
<file path=[Content_Types].xml><?xml version="1.0" encoding="utf-8"?>
<Types xmlns="http://schemas.openxmlformats.org/package/2006/content-types">
  <Default Extension="mov" ContentType="video/quicktime"/>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3" r:id="rId2"/>
  </p:sldMasterIdLst>
  <p:notesMasterIdLst>
    <p:notesMasterId r:id="rId24"/>
  </p:notesMasterIdLst>
  <p:sldIdLst>
    <p:sldId id="256" r:id="rId3"/>
    <p:sldId id="264" r:id="rId4"/>
    <p:sldId id="272" r:id="rId5"/>
    <p:sldId id="268" r:id="rId6"/>
    <p:sldId id="265" r:id="rId7"/>
    <p:sldId id="291" r:id="rId8"/>
    <p:sldId id="292" r:id="rId9"/>
    <p:sldId id="293" r:id="rId10"/>
    <p:sldId id="294" r:id="rId11"/>
    <p:sldId id="295" r:id="rId12"/>
    <p:sldId id="296" r:id="rId13"/>
    <p:sldId id="297" r:id="rId14"/>
    <p:sldId id="305" r:id="rId15"/>
    <p:sldId id="299" r:id="rId16"/>
    <p:sldId id="300" r:id="rId17"/>
    <p:sldId id="301" r:id="rId18"/>
    <p:sldId id="302" r:id="rId19"/>
    <p:sldId id="303" r:id="rId20"/>
    <p:sldId id="304" r:id="rId21"/>
    <p:sldId id="306" r:id="rId22"/>
    <p:sldId id="307" r:id="rId23"/>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5" roundtripDataSignature="AMtx7mgMqYXPG3odHR07W3JPyjT6FpwEZ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8DA7048-6D07-4708-8B50-DC56079CAE9D}" v="18" dt="2022-10-17T20:16:29.88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911"/>
    <p:restoredTop sz="94652"/>
  </p:normalViewPr>
  <p:slideViewPr>
    <p:cSldViewPr snapToGrid="0">
      <p:cViewPr varScale="1">
        <p:scale>
          <a:sx n="124" d="100"/>
          <a:sy n="124" d="100"/>
        </p:scale>
        <p:origin x="1528" y="168"/>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customschemas.google.com/relationships/presentationmetadata" Target="meta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microsoft.com/office/2015/10/relationships/revisionInfo" Target="revisionInfo.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iotr Radziszewski" userId="51e1a861-9e9c-4f30-8d88-60fcbb590066" providerId="ADAL" clId="{38DA7048-6D07-4708-8B50-DC56079CAE9D}"/>
    <pc:docChg chg="undo redo custSel modSld">
      <pc:chgData name="Piotr Radziszewski" userId="51e1a861-9e9c-4f30-8d88-60fcbb590066" providerId="ADAL" clId="{38DA7048-6D07-4708-8B50-DC56079CAE9D}" dt="2022-10-17T20:16:29.872" v="74" actId="1076"/>
      <pc:docMkLst>
        <pc:docMk/>
      </pc:docMkLst>
      <pc:sldChg chg="modSp mod">
        <pc:chgData name="Piotr Radziszewski" userId="51e1a861-9e9c-4f30-8d88-60fcbb590066" providerId="ADAL" clId="{38DA7048-6D07-4708-8B50-DC56079CAE9D}" dt="2022-10-17T15:35:48.676" v="18" actId="1076"/>
        <pc:sldMkLst>
          <pc:docMk/>
          <pc:sldMk cId="0" sldId="256"/>
        </pc:sldMkLst>
        <pc:spChg chg="mod">
          <ac:chgData name="Piotr Radziszewski" userId="51e1a861-9e9c-4f30-8d88-60fcbb590066" providerId="ADAL" clId="{38DA7048-6D07-4708-8B50-DC56079CAE9D}" dt="2022-10-17T15:35:48.676" v="18" actId="1076"/>
          <ac:spMkLst>
            <pc:docMk/>
            <pc:sldMk cId="0" sldId="256"/>
            <ac:spMk id="162" creationId="{00000000-0000-0000-0000-000000000000}"/>
          </ac:spMkLst>
        </pc:spChg>
      </pc:sldChg>
      <pc:sldChg chg="addSp delSp modSp mod">
        <pc:chgData name="Piotr Radziszewski" userId="51e1a861-9e9c-4f30-8d88-60fcbb590066" providerId="ADAL" clId="{38DA7048-6D07-4708-8B50-DC56079CAE9D}" dt="2022-10-17T20:16:29.872" v="74" actId="1076"/>
        <pc:sldMkLst>
          <pc:docMk/>
          <pc:sldMk cId="0" sldId="257"/>
        </pc:sldMkLst>
        <pc:spChg chg="mod">
          <ac:chgData name="Piotr Radziszewski" userId="51e1a861-9e9c-4f30-8d88-60fcbb590066" providerId="ADAL" clId="{38DA7048-6D07-4708-8B50-DC56079CAE9D}" dt="2022-10-17T20:16:25.445" v="72" actId="20577"/>
          <ac:spMkLst>
            <pc:docMk/>
            <pc:sldMk cId="0" sldId="257"/>
            <ac:spMk id="179" creationId="{00000000-0000-0000-0000-000000000000}"/>
          </ac:spMkLst>
        </pc:spChg>
        <pc:spChg chg="mod">
          <ac:chgData name="Piotr Radziszewski" userId="51e1a861-9e9c-4f30-8d88-60fcbb590066" providerId="ADAL" clId="{38DA7048-6D07-4708-8B50-DC56079CAE9D}" dt="2022-10-16T16:01:08.483" v="11" actId="179"/>
          <ac:spMkLst>
            <pc:docMk/>
            <pc:sldMk cId="0" sldId="257"/>
            <ac:spMk id="180" creationId="{00000000-0000-0000-0000-000000000000}"/>
          </ac:spMkLst>
        </pc:spChg>
        <pc:picChg chg="add del">
          <ac:chgData name="Piotr Radziszewski" userId="51e1a861-9e9c-4f30-8d88-60fcbb590066" providerId="ADAL" clId="{38DA7048-6D07-4708-8B50-DC56079CAE9D}" dt="2022-10-17T15:37:40.154" v="47" actId="478"/>
          <ac:picMkLst>
            <pc:docMk/>
            <pc:sldMk cId="0" sldId="257"/>
            <ac:picMk id="1026" creationId="{5552AC11-B575-056E-23AC-78B207883CA1}"/>
          </ac:picMkLst>
        </pc:picChg>
        <pc:picChg chg="add mod">
          <ac:chgData name="Piotr Radziszewski" userId="51e1a861-9e9c-4f30-8d88-60fcbb590066" providerId="ADAL" clId="{38DA7048-6D07-4708-8B50-DC56079CAE9D}" dt="2022-10-17T20:16:29.872" v="74" actId="1076"/>
          <ac:picMkLst>
            <pc:docMk/>
            <pc:sldMk cId="0" sldId="257"/>
            <ac:picMk id="1028" creationId="{AE421D10-DFD8-9DF2-DAC6-BE08C336D0A3}"/>
          </ac:picMkLst>
        </pc:picChg>
      </pc:sldChg>
      <pc:sldChg chg="modSp mod">
        <pc:chgData name="Piotr Radziszewski" userId="51e1a861-9e9c-4f30-8d88-60fcbb590066" providerId="ADAL" clId="{38DA7048-6D07-4708-8B50-DC56079CAE9D}" dt="2022-10-16T16:01:11.845" v="13" actId="1076"/>
        <pc:sldMkLst>
          <pc:docMk/>
          <pc:sldMk cId="0" sldId="258"/>
        </pc:sldMkLst>
        <pc:spChg chg="mod">
          <ac:chgData name="Piotr Radziszewski" userId="51e1a861-9e9c-4f30-8d88-60fcbb590066" providerId="ADAL" clId="{38DA7048-6D07-4708-8B50-DC56079CAE9D}" dt="2022-10-16T16:01:11.845" v="13" actId="1076"/>
          <ac:spMkLst>
            <pc:docMk/>
            <pc:sldMk cId="0" sldId="258"/>
            <ac:spMk id="4" creationId="{5D5CC718-F4A6-3D4B-E811-1E1BA46E69D7}"/>
          </ac:spMkLst>
        </pc:spChg>
      </pc:sldChg>
      <pc:sldChg chg="modSp mod">
        <pc:chgData name="Piotr Radziszewski" userId="51e1a861-9e9c-4f30-8d88-60fcbb590066" providerId="ADAL" clId="{38DA7048-6D07-4708-8B50-DC56079CAE9D}" dt="2022-10-17T20:12:22.217" v="71" actId="20577"/>
        <pc:sldMkLst>
          <pc:docMk/>
          <pc:sldMk cId="26866841" sldId="264"/>
        </pc:sldMkLst>
        <pc:spChg chg="mod">
          <ac:chgData name="Piotr Radziszewski" userId="51e1a861-9e9c-4f30-8d88-60fcbb590066" providerId="ADAL" clId="{38DA7048-6D07-4708-8B50-DC56079CAE9D}" dt="2022-10-17T15:39:18.352" v="62" actId="20577"/>
          <ac:spMkLst>
            <pc:docMk/>
            <pc:sldMk cId="26866841" sldId="264"/>
            <ac:spMk id="6" creationId="{83200D56-15C4-3F7E-490C-63FE089DA773}"/>
          </ac:spMkLst>
        </pc:spChg>
        <pc:spChg chg="mod">
          <ac:chgData name="Piotr Radziszewski" userId="51e1a861-9e9c-4f30-8d88-60fcbb590066" providerId="ADAL" clId="{38DA7048-6D07-4708-8B50-DC56079CAE9D}" dt="2022-10-16T16:01:42.819" v="16" actId="20577"/>
          <ac:spMkLst>
            <pc:docMk/>
            <pc:sldMk cId="26866841" sldId="264"/>
            <ac:spMk id="191" creationId="{00000000-0000-0000-0000-000000000000}"/>
          </ac:spMkLst>
        </pc:spChg>
        <pc:spChg chg="mod">
          <ac:chgData name="Piotr Radziszewski" userId="51e1a861-9e9c-4f30-8d88-60fcbb590066" providerId="ADAL" clId="{38DA7048-6D07-4708-8B50-DC56079CAE9D}" dt="2022-10-17T20:12:22.217" v="71" actId="20577"/>
          <ac:spMkLst>
            <pc:docMk/>
            <pc:sldMk cId="26866841" sldId="264"/>
            <ac:spMk id="19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5" name="Google Shape;155;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873774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90A5D3C9-993A-D4F0-78A2-4171B966D543}"/>
            </a:ext>
          </a:extLst>
        </p:cNvPr>
        <p:cNvGrpSpPr/>
        <p:nvPr/>
      </p:nvGrpSpPr>
      <p:grpSpPr>
        <a:xfrm>
          <a:off x="0" y="0"/>
          <a:ext cx="0" cy="0"/>
          <a:chOff x="0" y="0"/>
          <a:chExt cx="0" cy="0"/>
        </a:xfrm>
      </p:grpSpPr>
      <p:sp>
        <p:nvSpPr>
          <p:cNvPr id="182" name="Google Shape;182;p3:notes">
            <a:extLst>
              <a:ext uri="{FF2B5EF4-FFF2-40B4-BE49-F238E27FC236}">
                <a16:creationId xmlns:a16="http://schemas.microsoft.com/office/drawing/2014/main" id="{2F4D1E1E-B964-09B2-C138-B6F5F542A48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3:notes">
            <a:extLst>
              <a:ext uri="{FF2B5EF4-FFF2-40B4-BE49-F238E27FC236}">
                <a16:creationId xmlns:a16="http://schemas.microsoft.com/office/drawing/2014/main" id="{30B489E0-CECB-0E1A-66A1-73083D99D509}"/>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857215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B099D607-17A0-B885-E712-CA7714503AC1}"/>
            </a:ext>
          </a:extLst>
        </p:cNvPr>
        <p:cNvGrpSpPr/>
        <p:nvPr/>
      </p:nvGrpSpPr>
      <p:grpSpPr>
        <a:xfrm>
          <a:off x="0" y="0"/>
          <a:ext cx="0" cy="0"/>
          <a:chOff x="0" y="0"/>
          <a:chExt cx="0" cy="0"/>
        </a:xfrm>
      </p:grpSpPr>
      <p:sp>
        <p:nvSpPr>
          <p:cNvPr id="182" name="Google Shape;182;p3:notes">
            <a:extLst>
              <a:ext uri="{FF2B5EF4-FFF2-40B4-BE49-F238E27FC236}">
                <a16:creationId xmlns:a16="http://schemas.microsoft.com/office/drawing/2014/main" id="{1F92A11D-437B-5B0D-E50B-27CC3B4E2DD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3:notes">
            <a:extLst>
              <a:ext uri="{FF2B5EF4-FFF2-40B4-BE49-F238E27FC236}">
                <a16:creationId xmlns:a16="http://schemas.microsoft.com/office/drawing/2014/main" id="{71D8017D-1532-515D-C9F7-6899D240D697}"/>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228073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CDD7BF7D-B158-8DCF-431A-FE5DEF265979}"/>
            </a:ext>
          </a:extLst>
        </p:cNvPr>
        <p:cNvGrpSpPr/>
        <p:nvPr/>
      </p:nvGrpSpPr>
      <p:grpSpPr>
        <a:xfrm>
          <a:off x="0" y="0"/>
          <a:ext cx="0" cy="0"/>
          <a:chOff x="0" y="0"/>
          <a:chExt cx="0" cy="0"/>
        </a:xfrm>
      </p:grpSpPr>
      <p:sp>
        <p:nvSpPr>
          <p:cNvPr id="182" name="Google Shape;182;p3:notes">
            <a:extLst>
              <a:ext uri="{FF2B5EF4-FFF2-40B4-BE49-F238E27FC236}">
                <a16:creationId xmlns:a16="http://schemas.microsoft.com/office/drawing/2014/main" id="{42B45AE6-2F3E-BFEB-82E0-2821CF7DA87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3:notes">
            <a:extLst>
              <a:ext uri="{FF2B5EF4-FFF2-40B4-BE49-F238E27FC236}">
                <a16:creationId xmlns:a16="http://schemas.microsoft.com/office/drawing/2014/main" id="{948E2D5D-4469-F626-4041-D7D8AE43E6F7}"/>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585279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B2E38300-19EA-B8CF-BEB2-F226C8B86C00}"/>
            </a:ext>
          </a:extLst>
        </p:cNvPr>
        <p:cNvGrpSpPr/>
        <p:nvPr/>
      </p:nvGrpSpPr>
      <p:grpSpPr>
        <a:xfrm>
          <a:off x="0" y="0"/>
          <a:ext cx="0" cy="0"/>
          <a:chOff x="0" y="0"/>
          <a:chExt cx="0" cy="0"/>
        </a:xfrm>
      </p:grpSpPr>
      <p:sp>
        <p:nvSpPr>
          <p:cNvPr id="182" name="Google Shape;182;p3:notes">
            <a:extLst>
              <a:ext uri="{FF2B5EF4-FFF2-40B4-BE49-F238E27FC236}">
                <a16:creationId xmlns:a16="http://schemas.microsoft.com/office/drawing/2014/main" id="{5926102F-5405-1F24-02EF-128A9859F6A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3:notes">
            <a:extLst>
              <a:ext uri="{FF2B5EF4-FFF2-40B4-BE49-F238E27FC236}">
                <a16:creationId xmlns:a16="http://schemas.microsoft.com/office/drawing/2014/main" id="{94C5D71D-72E8-3831-13DB-5BB4A6433531}"/>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055924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41CAC8CC-724C-48A4-0B9F-F9D1E9007BC5}"/>
            </a:ext>
          </a:extLst>
        </p:cNvPr>
        <p:cNvGrpSpPr/>
        <p:nvPr/>
      </p:nvGrpSpPr>
      <p:grpSpPr>
        <a:xfrm>
          <a:off x="0" y="0"/>
          <a:ext cx="0" cy="0"/>
          <a:chOff x="0" y="0"/>
          <a:chExt cx="0" cy="0"/>
        </a:xfrm>
      </p:grpSpPr>
      <p:sp>
        <p:nvSpPr>
          <p:cNvPr id="182" name="Google Shape;182;p3:notes">
            <a:extLst>
              <a:ext uri="{FF2B5EF4-FFF2-40B4-BE49-F238E27FC236}">
                <a16:creationId xmlns:a16="http://schemas.microsoft.com/office/drawing/2014/main" id="{D38849CB-5D39-2486-97AF-D878C562125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3:notes">
            <a:extLst>
              <a:ext uri="{FF2B5EF4-FFF2-40B4-BE49-F238E27FC236}">
                <a16:creationId xmlns:a16="http://schemas.microsoft.com/office/drawing/2014/main" id="{A0C8FA8D-9E57-0C55-2F05-2FEF8606C0CD}"/>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36454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848064CC-B72C-C8AB-D5E3-CAD2D04604C4}"/>
            </a:ext>
          </a:extLst>
        </p:cNvPr>
        <p:cNvGrpSpPr/>
        <p:nvPr/>
      </p:nvGrpSpPr>
      <p:grpSpPr>
        <a:xfrm>
          <a:off x="0" y="0"/>
          <a:ext cx="0" cy="0"/>
          <a:chOff x="0" y="0"/>
          <a:chExt cx="0" cy="0"/>
        </a:xfrm>
      </p:grpSpPr>
      <p:sp>
        <p:nvSpPr>
          <p:cNvPr id="182" name="Google Shape;182;p3:notes">
            <a:extLst>
              <a:ext uri="{FF2B5EF4-FFF2-40B4-BE49-F238E27FC236}">
                <a16:creationId xmlns:a16="http://schemas.microsoft.com/office/drawing/2014/main" id="{2096FA8B-3F5C-68AE-923A-A2FC1B95501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3:notes">
            <a:extLst>
              <a:ext uri="{FF2B5EF4-FFF2-40B4-BE49-F238E27FC236}">
                <a16:creationId xmlns:a16="http://schemas.microsoft.com/office/drawing/2014/main" id="{A75F538B-8CEE-B480-8411-4B03A1F2EA3E}"/>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846824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C3389C84-472F-F119-CDAF-3C9E4F8BD638}"/>
            </a:ext>
          </a:extLst>
        </p:cNvPr>
        <p:cNvGrpSpPr/>
        <p:nvPr/>
      </p:nvGrpSpPr>
      <p:grpSpPr>
        <a:xfrm>
          <a:off x="0" y="0"/>
          <a:ext cx="0" cy="0"/>
          <a:chOff x="0" y="0"/>
          <a:chExt cx="0" cy="0"/>
        </a:xfrm>
      </p:grpSpPr>
      <p:sp>
        <p:nvSpPr>
          <p:cNvPr id="182" name="Google Shape;182;p3:notes">
            <a:extLst>
              <a:ext uri="{FF2B5EF4-FFF2-40B4-BE49-F238E27FC236}">
                <a16:creationId xmlns:a16="http://schemas.microsoft.com/office/drawing/2014/main" id="{A438E57B-F584-84DB-58DE-ECF0B85AF69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3:notes">
            <a:extLst>
              <a:ext uri="{FF2B5EF4-FFF2-40B4-BE49-F238E27FC236}">
                <a16:creationId xmlns:a16="http://schemas.microsoft.com/office/drawing/2014/main" id="{A553954B-9DF1-6A2D-3ABE-C9335D1E8E84}"/>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159177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A1566AA0-CC90-62BE-FD9E-52EEC88651C9}"/>
            </a:ext>
          </a:extLst>
        </p:cNvPr>
        <p:cNvGrpSpPr/>
        <p:nvPr/>
      </p:nvGrpSpPr>
      <p:grpSpPr>
        <a:xfrm>
          <a:off x="0" y="0"/>
          <a:ext cx="0" cy="0"/>
          <a:chOff x="0" y="0"/>
          <a:chExt cx="0" cy="0"/>
        </a:xfrm>
      </p:grpSpPr>
      <p:sp>
        <p:nvSpPr>
          <p:cNvPr id="182" name="Google Shape;182;p3:notes">
            <a:extLst>
              <a:ext uri="{FF2B5EF4-FFF2-40B4-BE49-F238E27FC236}">
                <a16:creationId xmlns:a16="http://schemas.microsoft.com/office/drawing/2014/main" id="{71FC9F69-325E-2FE1-C70C-0BF416EEC63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3:notes">
            <a:extLst>
              <a:ext uri="{FF2B5EF4-FFF2-40B4-BE49-F238E27FC236}">
                <a16:creationId xmlns:a16="http://schemas.microsoft.com/office/drawing/2014/main" id="{4C4899FC-A418-8D5E-4207-45BD0A2A471A}"/>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364970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86EACBDC-78AF-7A15-AFC6-E075DAB09E5E}"/>
            </a:ext>
          </a:extLst>
        </p:cNvPr>
        <p:cNvGrpSpPr/>
        <p:nvPr/>
      </p:nvGrpSpPr>
      <p:grpSpPr>
        <a:xfrm>
          <a:off x="0" y="0"/>
          <a:ext cx="0" cy="0"/>
          <a:chOff x="0" y="0"/>
          <a:chExt cx="0" cy="0"/>
        </a:xfrm>
      </p:grpSpPr>
      <p:sp>
        <p:nvSpPr>
          <p:cNvPr id="182" name="Google Shape;182;p3:notes">
            <a:extLst>
              <a:ext uri="{FF2B5EF4-FFF2-40B4-BE49-F238E27FC236}">
                <a16:creationId xmlns:a16="http://schemas.microsoft.com/office/drawing/2014/main" id="{8048970D-DADD-77DD-AEA0-7B90369EC3B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3:notes">
            <a:extLst>
              <a:ext uri="{FF2B5EF4-FFF2-40B4-BE49-F238E27FC236}">
                <a16:creationId xmlns:a16="http://schemas.microsoft.com/office/drawing/2014/main" id="{A7FF1F98-EBE5-B149-E9DB-F98E9871AF28}"/>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341501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CE57B56F-2512-E527-23EC-1026B472C5B1}"/>
            </a:ext>
          </a:extLst>
        </p:cNvPr>
        <p:cNvGrpSpPr/>
        <p:nvPr/>
      </p:nvGrpSpPr>
      <p:grpSpPr>
        <a:xfrm>
          <a:off x="0" y="0"/>
          <a:ext cx="0" cy="0"/>
          <a:chOff x="0" y="0"/>
          <a:chExt cx="0" cy="0"/>
        </a:xfrm>
      </p:grpSpPr>
      <p:sp>
        <p:nvSpPr>
          <p:cNvPr id="182" name="Google Shape;182;p3:notes">
            <a:extLst>
              <a:ext uri="{FF2B5EF4-FFF2-40B4-BE49-F238E27FC236}">
                <a16:creationId xmlns:a16="http://schemas.microsoft.com/office/drawing/2014/main" id="{50E7BBC5-D040-5436-C5DC-A21866F807C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3:notes">
            <a:extLst>
              <a:ext uri="{FF2B5EF4-FFF2-40B4-BE49-F238E27FC236}">
                <a16:creationId xmlns:a16="http://schemas.microsoft.com/office/drawing/2014/main" id="{84EBBC34-4B57-CD1E-D319-51F2EF7A449D}"/>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444852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922A4914-3C16-59F4-7E1D-590D11F0C289}"/>
            </a:ext>
          </a:extLst>
        </p:cNvPr>
        <p:cNvGrpSpPr/>
        <p:nvPr/>
      </p:nvGrpSpPr>
      <p:grpSpPr>
        <a:xfrm>
          <a:off x="0" y="0"/>
          <a:ext cx="0" cy="0"/>
          <a:chOff x="0" y="0"/>
          <a:chExt cx="0" cy="0"/>
        </a:xfrm>
      </p:grpSpPr>
      <p:sp>
        <p:nvSpPr>
          <p:cNvPr id="182" name="Google Shape;182;p3:notes">
            <a:extLst>
              <a:ext uri="{FF2B5EF4-FFF2-40B4-BE49-F238E27FC236}">
                <a16:creationId xmlns:a16="http://schemas.microsoft.com/office/drawing/2014/main" id="{D0EBF3EB-F2BB-98CB-D67E-B1D2FE4C75D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3:notes">
            <a:extLst>
              <a:ext uri="{FF2B5EF4-FFF2-40B4-BE49-F238E27FC236}">
                <a16:creationId xmlns:a16="http://schemas.microsoft.com/office/drawing/2014/main" id="{87CE48A9-C9F7-E40F-0ED0-D059983875C8}"/>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652433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366B7C87-3E42-6372-2E21-EA27A66839C0}"/>
            </a:ext>
          </a:extLst>
        </p:cNvPr>
        <p:cNvGrpSpPr/>
        <p:nvPr/>
      </p:nvGrpSpPr>
      <p:grpSpPr>
        <a:xfrm>
          <a:off x="0" y="0"/>
          <a:ext cx="0" cy="0"/>
          <a:chOff x="0" y="0"/>
          <a:chExt cx="0" cy="0"/>
        </a:xfrm>
      </p:grpSpPr>
      <p:sp>
        <p:nvSpPr>
          <p:cNvPr id="182" name="Google Shape;182;p3:notes">
            <a:extLst>
              <a:ext uri="{FF2B5EF4-FFF2-40B4-BE49-F238E27FC236}">
                <a16:creationId xmlns:a16="http://schemas.microsoft.com/office/drawing/2014/main" id="{C7FF5C21-0757-489F-DB66-FBB14E41981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3:notes">
            <a:extLst>
              <a:ext uri="{FF2B5EF4-FFF2-40B4-BE49-F238E27FC236}">
                <a16:creationId xmlns:a16="http://schemas.microsoft.com/office/drawing/2014/main" id="{F9900474-8671-44F0-5A5E-61BD6F0A4780}"/>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781395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74E14B78-F6C7-D825-EB48-0CEF5A8471CA}"/>
            </a:ext>
          </a:extLst>
        </p:cNvPr>
        <p:cNvGrpSpPr/>
        <p:nvPr/>
      </p:nvGrpSpPr>
      <p:grpSpPr>
        <a:xfrm>
          <a:off x="0" y="0"/>
          <a:ext cx="0" cy="0"/>
          <a:chOff x="0" y="0"/>
          <a:chExt cx="0" cy="0"/>
        </a:xfrm>
      </p:grpSpPr>
      <p:sp>
        <p:nvSpPr>
          <p:cNvPr id="182" name="Google Shape;182;p3:notes">
            <a:extLst>
              <a:ext uri="{FF2B5EF4-FFF2-40B4-BE49-F238E27FC236}">
                <a16:creationId xmlns:a16="http://schemas.microsoft.com/office/drawing/2014/main" id="{8459F052-52C4-0C68-2CF9-8557B60961C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3:notes">
            <a:extLst>
              <a:ext uri="{FF2B5EF4-FFF2-40B4-BE49-F238E27FC236}">
                <a16:creationId xmlns:a16="http://schemas.microsoft.com/office/drawing/2014/main" id="{98364CE1-549D-7B0E-90D6-18B99D5EC6C8}"/>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929649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33E35E31-1D78-7B7B-1436-55EDC40C0F22}"/>
            </a:ext>
          </a:extLst>
        </p:cNvPr>
        <p:cNvGrpSpPr/>
        <p:nvPr/>
      </p:nvGrpSpPr>
      <p:grpSpPr>
        <a:xfrm>
          <a:off x="0" y="0"/>
          <a:ext cx="0" cy="0"/>
          <a:chOff x="0" y="0"/>
          <a:chExt cx="0" cy="0"/>
        </a:xfrm>
      </p:grpSpPr>
      <p:sp>
        <p:nvSpPr>
          <p:cNvPr id="182" name="Google Shape;182;p3:notes">
            <a:extLst>
              <a:ext uri="{FF2B5EF4-FFF2-40B4-BE49-F238E27FC236}">
                <a16:creationId xmlns:a16="http://schemas.microsoft.com/office/drawing/2014/main" id="{921711BD-E5CF-A2FC-BA9C-05552C3CD9E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3:notes">
            <a:extLst>
              <a:ext uri="{FF2B5EF4-FFF2-40B4-BE49-F238E27FC236}">
                <a16:creationId xmlns:a16="http://schemas.microsoft.com/office/drawing/2014/main" id="{4B69D66D-463B-044D-933B-54DADB2D4610}"/>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348424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FE6CF7F1-F3AB-EDE1-9392-7322E234806F}"/>
            </a:ext>
          </a:extLst>
        </p:cNvPr>
        <p:cNvGrpSpPr/>
        <p:nvPr/>
      </p:nvGrpSpPr>
      <p:grpSpPr>
        <a:xfrm>
          <a:off x="0" y="0"/>
          <a:ext cx="0" cy="0"/>
          <a:chOff x="0" y="0"/>
          <a:chExt cx="0" cy="0"/>
        </a:xfrm>
      </p:grpSpPr>
      <p:sp>
        <p:nvSpPr>
          <p:cNvPr id="182" name="Google Shape;182;p3:notes">
            <a:extLst>
              <a:ext uri="{FF2B5EF4-FFF2-40B4-BE49-F238E27FC236}">
                <a16:creationId xmlns:a16="http://schemas.microsoft.com/office/drawing/2014/main" id="{CBB32290-4292-4786-75DF-128789D7A71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3:notes">
            <a:extLst>
              <a:ext uri="{FF2B5EF4-FFF2-40B4-BE49-F238E27FC236}">
                <a16:creationId xmlns:a16="http://schemas.microsoft.com/office/drawing/2014/main" id="{69B63EBC-4D53-5055-85AB-240C5BE7134F}"/>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737988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A4A10D23-D948-513C-D1C0-524540AC5922}"/>
            </a:ext>
          </a:extLst>
        </p:cNvPr>
        <p:cNvGrpSpPr/>
        <p:nvPr/>
      </p:nvGrpSpPr>
      <p:grpSpPr>
        <a:xfrm>
          <a:off x="0" y="0"/>
          <a:ext cx="0" cy="0"/>
          <a:chOff x="0" y="0"/>
          <a:chExt cx="0" cy="0"/>
        </a:xfrm>
      </p:grpSpPr>
      <p:sp>
        <p:nvSpPr>
          <p:cNvPr id="182" name="Google Shape;182;p3:notes">
            <a:extLst>
              <a:ext uri="{FF2B5EF4-FFF2-40B4-BE49-F238E27FC236}">
                <a16:creationId xmlns:a16="http://schemas.microsoft.com/office/drawing/2014/main" id="{E7FBD59A-33BF-EF0F-9306-66403966C8D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3:notes">
            <a:extLst>
              <a:ext uri="{FF2B5EF4-FFF2-40B4-BE49-F238E27FC236}">
                <a16:creationId xmlns:a16="http://schemas.microsoft.com/office/drawing/2014/main" id="{448D4752-87C4-B690-DE96-78A0357AA407}"/>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295880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22E68BB7-BAF1-8B71-BA9A-78E97A690F0A}"/>
            </a:ext>
          </a:extLst>
        </p:cNvPr>
        <p:cNvGrpSpPr/>
        <p:nvPr/>
      </p:nvGrpSpPr>
      <p:grpSpPr>
        <a:xfrm>
          <a:off x="0" y="0"/>
          <a:ext cx="0" cy="0"/>
          <a:chOff x="0" y="0"/>
          <a:chExt cx="0" cy="0"/>
        </a:xfrm>
      </p:grpSpPr>
      <p:sp>
        <p:nvSpPr>
          <p:cNvPr id="182" name="Google Shape;182;p3:notes">
            <a:extLst>
              <a:ext uri="{FF2B5EF4-FFF2-40B4-BE49-F238E27FC236}">
                <a16:creationId xmlns:a16="http://schemas.microsoft.com/office/drawing/2014/main" id="{8D0C51C8-85FF-692C-500C-C9344504980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3:notes">
            <a:extLst>
              <a:ext uri="{FF2B5EF4-FFF2-40B4-BE49-F238E27FC236}">
                <a16:creationId xmlns:a16="http://schemas.microsoft.com/office/drawing/2014/main" id="{0C1BC390-33E0-F2EB-FBC9-B69C9C9E2BBA}"/>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373159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8545840B-2A19-4882-A1D8-A55AA3BA3738}"/>
            </a:ext>
          </a:extLst>
        </p:cNvPr>
        <p:cNvGrpSpPr/>
        <p:nvPr/>
      </p:nvGrpSpPr>
      <p:grpSpPr>
        <a:xfrm>
          <a:off x="0" y="0"/>
          <a:ext cx="0" cy="0"/>
          <a:chOff x="0" y="0"/>
          <a:chExt cx="0" cy="0"/>
        </a:xfrm>
      </p:grpSpPr>
      <p:sp>
        <p:nvSpPr>
          <p:cNvPr id="182" name="Google Shape;182;p3:notes">
            <a:extLst>
              <a:ext uri="{FF2B5EF4-FFF2-40B4-BE49-F238E27FC236}">
                <a16:creationId xmlns:a16="http://schemas.microsoft.com/office/drawing/2014/main" id="{263816F1-93CD-F26A-D17E-2F9B720A4D8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3:notes">
            <a:extLst>
              <a:ext uri="{FF2B5EF4-FFF2-40B4-BE49-F238E27FC236}">
                <a16:creationId xmlns:a16="http://schemas.microsoft.com/office/drawing/2014/main" id="{24123655-014A-DD3F-9E3F-EEECD9778D97}"/>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987200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D4C1988A-74D9-C820-2A01-201AD48AC9DA}"/>
            </a:ext>
          </a:extLst>
        </p:cNvPr>
        <p:cNvGrpSpPr/>
        <p:nvPr/>
      </p:nvGrpSpPr>
      <p:grpSpPr>
        <a:xfrm>
          <a:off x="0" y="0"/>
          <a:ext cx="0" cy="0"/>
          <a:chOff x="0" y="0"/>
          <a:chExt cx="0" cy="0"/>
        </a:xfrm>
      </p:grpSpPr>
      <p:sp>
        <p:nvSpPr>
          <p:cNvPr id="182" name="Google Shape;182;p3:notes">
            <a:extLst>
              <a:ext uri="{FF2B5EF4-FFF2-40B4-BE49-F238E27FC236}">
                <a16:creationId xmlns:a16="http://schemas.microsoft.com/office/drawing/2014/main" id="{082F41F2-765E-D598-C3B1-13078FEB683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3:notes">
            <a:extLst>
              <a:ext uri="{FF2B5EF4-FFF2-40B4-BE49-F238E27FC236}">
                <a16:creationId xmlns:a16="http://schemas.microsoft.com/office/drawing/2014/main" id="{C44D960D-5BD2-1D72-AD07-AF87223848C3}"/>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257306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Slajd tytułowy">
  <p:cSld name="1_Slajd tytułowy">
    <p:spTree>
      <p:nvGrpSpPr>
        <p:cNvPr id="1" name="Shape 6"/>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lajd tytułowy" type="title">
  <p:cSld name="TITLE">
    <p:spTree>
      <p:nvGrpSpPr>
        <p:cNvPr id="1" name="Shape 7"/>
        <p:cNvGrpSpPr/>
        <p:nvPr/>
      </p:nvGrpSpPr>
      <p:grpSpPr>
        <a:xfrm>
          <a:off x="0" y="0"/>
          <a:ext cx="0" cy="0"/>
          <a:chOff x="0" y="0"/>
          <a:chExt cx="0" cy="0"/>
        </a:xfrm>
      </p:grpSpPr>
      <p:sp>
        <p:nvSpPr>
          <p:cNvPr id="8" name="Google Shape;8;p9"/>
          <p:cNvSpPr txBox="1">
            <a:spLocks noGrp="1"/>
          </p:cNvSpPr>
          <p:nvPr>
            <p:ph type="ctrTitle"/>
          </p:nvPr>
        </p:nvSpPr>
        <p:spPr>
          <a:xfrm>
            <a:off x="1143000" y="1122363"/>
            <a:ext cx="6858000" cy="2387600"/>
          </a:xfrm>
          <a:prstGeom prst="rect">
            <a:avLst/>
          </a:prstGeom>
          <a:noFill/>
          <a:ln>
            <a:noFill/>
          </a:ln>
        </p:spPr>
        <p:txBody>
          <a:bodyPr spcFirstLastPara="1" wrap="square" lIns="91425" tIns="45700" rIns="91425" bIns="45700" anchor="b" anchorCtr="0">
            <a:noAutofit/>
          </a:bodyPr>
          <a:lstStyle>
            <a:lvl1pPr marR="0" lvl="0" algn="ctr" rtl="0">
              <a:lnSpc>
                <a:spcPct val="90000"/>
              </a:lnSpc>
              <a:spcBef>
                <a:spcPts val="0"/>
              </a:spcBef>
              <a:spcAft>
                <a:spcPts val="0"/>
              </a:spcAft>
              <a:buClr>
                <a:schemeClr val="dk1"/>
              </a:buClr>
              <a:buSzPts val="4500"/>
              <a:buFont typeface="Calibri"/>
              <a:buNone/>
              <a:defRPr sz="45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9" name="Google Shape;9;p9"/>
          <p:cNvSpPr txBox="1">
            <a:spLocks noGrp="1"/>
          </p:cNvSpPr>
          <p:nvPr>
            <p:ph type="subTitle" idx="1"/>
          </p:nvPr>
        </p:nvSpPr>
        <p:spPr>
          <a:xfrm>
            <a:off x="1143000" y="3602038"/>
            <a:ext cx="6858000" cy="1655762"/>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75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1pPr>
            <a:lvl2pPr marR="0" lvl="1" algn="ctr"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2pPr>
            <a:lvl3pPr marR="0" lvl="2" algn="ctr" rtl="0">
              <a:lnSpc>
                <a:spcPct val="90000"/>
              </a:lnSpc>
              <a:spcBef>
                <a:spcPts val="375"/>
              </a:spcBef>
              <a:spcAft>
                <a:spcPts val="0"/>
              </a:spcAft>
              <a:buClr>
                <a:schemeClr val="dk1"/>
              </a:buClr>
              <a:buSzPts val="1350"/>
              <a:buFont typeface="Arial"/>
              <a:buNone/>
              <a:defRPr sz="1350" b="0" i="0" u="none" strike="noStrike" cap="none">
                <a:solidFill>
                  <a:schemeClr val="dk1"/>
                </a:solidFill>
                <a:latin typeface="Calibri"/>
                <a:ea typeface="Calibri"/>
                <a:cs typeface="Calibri"/>
                <a:sym typeface="Calibri"/>
              </a:defRPr>
            </a:lvl3pPr>
            <a:lvl4pPr marR="0" lvl="3" algn="ctr" rtl="0">
              <a:lnSpc>
                <a:spcPct val="90000"/>
              </a:lnSpc>
              <a:spcBef>
                <a:spcPts val="375"/>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4pPr>
            <a:lvl5pPr marR="0" lvl="4" algn="ctr" rtl="0">
              <a:lnSpc>
                <a:spcPct val="90000"/>
              </a:lnSpc>
              <a:spcBef>
                <a:spcPts val="375"/>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5pPr>
            <a:lvl6pPr marR="0" lvl="5" algn="ctr" rtl="0">
              <a:lnSpc>
                <a:spcPct val="90000"/>
              </a:lnSpc>
              <a:spcBef>
                <a:spcPts val="375"/>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6pPr>
            <a:lvl7pPr marR="0" lvl="6" algn="ctr" rtl="0">
              <a:lnSpc>
                <a:spcPct val="90000"/>
              </a:lnSpc>
              <a:spcBef>
                <a:spcPts val="375"/>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7pPr>
            <a:lvl8pPr marR="0" lvl="7" algn="ctr" rtl="0">
              <a:lnSpc>
                <a:spcPct val="90000"/>
              </a:lnSpc>
              <a:spcBef>
                <a:spcPts val="375"/>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8pPr>
            <a:lvl9pPr marR="0" lvl="8" algn="ctr" rtl="0">
              <a:lnSpc>
                <a:spcPct val="90000"/>
              </a:lnSpc>
              <a:spcBef>
                <a:spcPts val="375"/>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10" name="Google Shape;10;p9"/>
          <p:cNvSpPr txBox="1">
            <a:spLocks noGrp="1"/>
          </p:cNvSpPr>
          <p:nvPr>
            <p:ph type="dt" idx="10"/>
          </p:nvPr>
        </p:nvSpPr>
        <p:spPr>
          <a:xfrm>
            <a:off x="628650" y="6356354"/>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1" name="Google Shape;11;p9"/>
          <p:cNvSpPr txBox="1">
            <a:spLocks noGrp="1"/>
          </p:cNvSpPr>
          <p:nvPr>
            <p:ph type="ftr" idx="11"/>
          </p:nvPr>
        </p:nvSpPr>
        <p:spPr>
          <a:xfrm>
            <a:off x="3028950" y="6356354"/>
            <a:ext cx="30861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2" name="Google Shape;12;p9"/>
          <p:cNvSpPr txBox="1">
            <a:spLocks noGrp="1"/>
          </p:cNvSpPr>
          <p:nvPr>
            <p:ph type="sldNum" idx="12"/>
          </p:nvPr>
        </p:nvSpPr>
        <p:spPr>
          <a:xfrm>
            <a:off x="6457950" y="6356354"/>
            <a:ext cx="20574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ytuł i zawartość" type="obj">
  <p:cSld name="OBJECT">
    <p:spTree>
      <p:nvGrpSpPr>
        <p:cNvPr id="1" name="Shape 13"/>
        <p:cNvGrpSpPr/>
        <p:nvPr/>
      </p:nvGrpSpPr>
      <p:grpSpPr>
        <a:xfrm>
          <a:off x="0" y="0"/>
          <a:ext cx="0" cy="0"/>
          <a:chOff x="0" y="0"/>
          <a:chExt cx="0" cy="0"/>
        </a:xfrm>
      </p:grpSpPr>
      <p:sp>
        <p:nvSpPr>
          <p:cNvPr id="14" name="Google Shape;14;p10"/>
          <p:cNvSpPr txBox="1">
            <a:spLocks noGrp="1"/>
          </p:cNvSpPr>
          <p:nvPr>
            <p:ph type="title"/>
          </p:nvPr>
        </p:nvSpPr>
        <p:spPr>
          <a:xfrm>
            <a:off x="628650" y="365129"/>
            <a:ext cx="78867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5" name="Google Shape;15;p10"/>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6" name="Google Shape;16;p10"/>
          <p:cNvSpPr txBox="1">
            <a:spLocks noGrp="1"/>
          </p:cNvSpPr>
          <p:nvPr>
            <p:ph type="dt" idx="10"/>
          </p:nvPr>
        </p:nvSpPr>
        <p:spPr>
          <a:xfrm>
            <a:off x="628650" y="6356354"/>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7" name="Google Shape;17;p10"/>
          <p:cNvSpPr txBox="1">
            <a:spLocks noGrp="1"/>
          </p:cNvSpPr>
          <p:nvPr>
            <p:ph type="ftr" idx="11"/>
          </p:nvPr>
        </p:nvSpPr>
        <p:spPr>
          <a:xfrm>
            <a:off x="3028950" y="6356354"/>
            <a:ext cx="30861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8" name="Google Shape;18;p10"/>
          <p:cNvSpPr txBox="1">
            <a:spLocks noGrp="1"/>
          </p:cNvSpPr>
          <p:nvPr>
            <p:ph type="sldNum" idx="12"/>
          </p:nvPr>
        </p:nvSpPr>
        <p:spPr>
          <a:xfrm>
            <a:off x="6457950" y="6356354"/>
            <a:ext cx="20574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Nagłówek sekcji" type="secHead">
  <p:cSld name="SECTION_HEADER">
    <p:spTree>
      <p:nvGrpSpPr>
        <p:cNvPr id="1" name="Shape 19"/>
        <p:cNvGrpSpPr/>
        <p:nvPr/>
      </p:nvGrpSpPr>
      <p:grpSpPr>
        <a:xfrm>
          <a:off x="0" y="0"/>
          <a:ext cx="0" cy="0"/>
          <a:chOff x="0" y="0"/>
          <a:chExt cx="0" cy="0"/>
        </a:xfrm>
      </p:grpSpPr>
      <p:sp>
        <p:nvSpPr>
          <p:cNvPr id="20" name="Google Shape;20;p11"/>
          <p:cNvSpPr txBox="1">
            <a:spLocks noGrp="1"/>
          </p:cNvSpPr>
          <p:nvPr>
            <p:ph type="title"/>
          </p:nvPr>
        </p:nvSpPr>
        <p:spPr>
          <a:xfrm>
            <a:off x="623888" y="1709742"/>
            <a:ext cx="7886700" cy="2852737"/>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4500"/>
              <a:buFont typeface="Calibri"/>
              <a:buNone/>
              <a:defRPr sz="45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1" name="Google Shape;21;p11"/>
          <p:cNvSpPr txBox="1">
            <a:spLocks noGrp="1"/>
          </p:cNvSpPr>
          <p:nvPr>
            <p:ph type="body" idx="1"/>
          </p:nvPr>
        </p:nvSpPr>
        <p:spPr>
          <a:xfrm>
            <a:off x="623888" y="4589467"/>
            <a:ext cx="7886700" cy="150018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75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1pPr>
            <a:lvl2pPr marL="914400" marR="0" lvl="1" indent="-228600" algn="l" rtl="0">
              <a:lnSpc>
                <a:spcPct val="90000"/>
              </a:lnSpc>
              <a:spcBef>
                <a:spcPts val="375"/>
              </a:spcBef>
              <a:spcAft>
                <a:spcPts val="0"/>
              </a:spcAft>
              <a:buClr>
                <a:srgbClr val="888888"/>
              </a:buClr>
              <a:buSzPts val="1500"/>
              <a:buFont typeface="Arial"/>
              <a:buNone/>
              <a:defRPr sz="15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375"/>
              </a:spcBef>
              <a:spcAft>
                <a:spcPts val="0"/>
              </a:spcAft>
              <a:buClr>
                <a:srgbClr val="888888"/>
              </a:buClr>
              <a:buSzPts val="1350"/>
              <a:buFont typeface="Arial"/>
              <a:buNone/>
              <a:defRPr sz="135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375"/>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375"/>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375"/>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375"/>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375"/>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375"/>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9pPr>
          </a:lstStyle>
          <a:p>
            <a:endParaRPr/>
          </a:p>
        </p:txBody>
      </p:sp>
      <p:sp>
        <p:nvSpPr>
          <p:cNvPr id="22" name="Google Shape;22;p11"/>
          <p:cNvSpPr txBox="1">
            <a:spLocks noGrp="1"/>
          </p:cNvSpPr>
          <p:nvPr>
            <p:ph type="dt" idx="10"/>
          </p:nvPr>
        </p:nvSpPr>
        <p:spPr>
          <a:xfrm>
            <a:off x="628650" y="6356354"/>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3" name="Google Shape;23;p11"/>
          <p:cNvSpPr txBox="1">
            <a:spLocks noGrp="1"/>
          </p:cNvSpPr>
          <p:nvPr>
            <p:ph type="ftr" idx="11"/>
          </p:nvPr>
        </p:nvSpPr>
        <p:spPr>
          <a:xfrm>
            <a:off x="3028950" y="6356354"/>
            <a:ext cx="30861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4" name="Google Shape;24;p11"/>
          <p:cNvSpPr txBox="1">
            <a:spLocks noGrp="1"/>
          </p:cNvSpPr>
          <p:nvPr>
            <p:ph type="sldNum" idx="12"/>
          </p:nvPr>
        </p:nvSpPr>
        <p:spPr>
          <a:xfrm>
            <a:off x="6457950" y="6356354"/>
            <a:ext cx="20574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wa elementy zawartości" type="twoObj">
  <p:cSld name="TWO_OBJECTS">
    <p:spTree>
      <p:nvGrpSpPr>
        <p:cNvPr id="1" name="Shape 25"/>
        <p:cNvGrpSpPr/>
        <p:nvPr/>
      </p:nvGrpSpPr>
      <p:grpSpPr>
        <a:xfrm>
          <a:off x="0" y="0"/>
          <a:ext cx="0" cy="0"/>
          <a:chOff x="0" y="0"/>
          <a:chExt cx="0" cy="0"/>
        </a:xfrm>
      </p:grpSpPr>
      <p:sp>
        <p:nvSpPr>
          <p:cNvPr id="26" name="Google Shape;26;p12"/>
          <p:cNvSpPr txBox="1">
            <a:spLocks noGrp="1"/>
          </p:cNvSpPr>
          <p:nvPr>
            <p:ph type="title"/>
          </p:nvPr>
        </p:nvSpPr>
        <p:spPr>
          <a:xfrm>
            <a:off x="628650" y="365129"/>
            <a:ext cx="78867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7" name="Google Shape;27;p12"/>
          <p:cNvSpPr txBox="1">
            <a:spLocks noGrp="1"/>
          </p:cNvSpPr>
          <p:nvPr>
            <p:ph type="body" idx="1"/>
          </p:nvPr>
        </p:nvSpPr>
        <p:spPr>
          <a:xfrm>
            <a:off x="628650" y="1825625"/>
            <a:ext cx="3867150" cy="4351338"/>
          </a:xfrm>
          <a:prstGeom prst="rect">
            <a:avLst/>
          </a:prstGeom>
          <a:noFill/>
          <a:ln>
            <a:noFill/>
          </a:ln>
        </p:spPr>
        <p:txBody>
          <a:bodyPr spcFirstLastPara="1" wrap="square" lIns="91425" tIns="45700" rIns="91425" bIns="45700" anchor="t" anchorCtr="0">
            <a:no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8" name="Google Shape;28;p12"/>
          <p:cNvSpPr txBox="1">
            <a:spLocks noGrp="1"/>
          </p:cNvSpPr>
          <p:nvPr>
            <p:ph type="body" idx="2"/>
          </p:nvPr>
        </p:nvSpPr>
        <p:spPr>
          <a:xfrm>
            <a:off x="4648200" y="1825625"/>
            <a:ext cx="3867150" cy="4351338"/>
          </a:xfrm>
          <a:prstGeom prst="rect">
            <a:avLst/>
          </a:prstGeom>
          <a:noFill/>
          <a:ln>
            <a:noFill/>
          </a:ln>
        </p:spPr>
        <p:txBody>
          <a:bodyPr spcFirstLastPara="1" wrap="square" lIns="91425" tIns="45700" rIns="91425" bIns="45700" anchor="t" anchorCtr="0">
            <a:no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9" name="Google Shape;29;p12"/>
          <p:cNvSpPr txBox="1">
            <a:spLocks noGrp="1"/>
          </p:cNvSpPr>
          <p:nvPr>
            <p:ph type="dt" idx="10"/>
          </p:nvPr>
        </p:nvSpPr>
        <p:spPr>
          <a:xfrm>
            <a:off x="628650" y="6356354"/>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0" name="Google Shape;30;p12"/>
          <p:cNvSpPr txBox="1">
            <a:spLocks noGrp="1"/>
          </p:cNvSpPr>
          <p:nvPr>
            <p:ph type="ftr" idx="11"/>
          </p:nvPr>
        </p:nvSpPr>
        <p:spPr>
          <a:xfrm>
            <a:off x="3028950" y="6356354"/>
            <a:ext cx="30861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1" name="Google Shape;31;p12"/>
          <p:cNvSpPr txBox="1">
            <a:spLocks noGrp="1"/>
          </p:cNvSpPr>
          <p:nvPr>
            <p:ph type="sldNum" idx="12"/>
          </p:nvPr>
        </p:nvSpPr>
        <p:spPr>
          <a:xfrm>
            <a:off x="6457950" y="6356354"/>
            <a:ext cx="20574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orównanie" type="twoTxTwoObj">
  <p:cSld name="TWO_OBJECTS_WITH_TEXT">
    <p:spTree>
      <p:nvGrpSpPr>
        <p:cNvPr id="1" name="Shape 32"/>
        <p:cNvGrpSpPr/>
        <p:nvPr/>
      </p:nvGrpSpPr>
      <p:grpSpPr>
        <a:xfrm>
          <a:off x="0" y="0"/>
          <a:ext cx="0" cy="0"/>
          <a:chOff x="0" y="0"/>
          <a:chExt cx="0" cy="0"/>
        </a:xfrm>
      </p:grpSpPr>
      <p:sp>
        <p:nvSpPr>
          <p:cNvPr id="33" name="Google Shape;33;p13"/>
          <p:cNvSpPr txBox="1">
            <a:spLocks noGrp="1"/>
          </p:cNvSpPr>
          <p:nvPr>
            <p:ph type="title"/>
          </p:nvPr>
        </p:nvSpPr>
        <p:spPr>
          <a:xfrm>
            <a:off x="630238" y="365129"/>
            <a:ext cx="78867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4" name="Google Shape;34;p13"/>
          <p:cNvSpPr txBox="1">
            <a:spLocks noGrp="1"/>
          </p:cNvSpPr>
          <p:nvPr>
            <p:ph type="body" idx="1"/>
          </p:nvPr>
        </p:nvSpPr>
        <p:spPr>
          <a:xfrm>
            <a:off x="630239" y="1681163"/>
            <a:ext cx="3868737" cy="82391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75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375"/>
              </a:spcBef>
              <a:spcAft>
                <a:spcPts val="0"/>
              </a:spcAft>
              <a:buClr>
                <a:schemeClr val="dk1"/>
              </a:buClr>
              <a:buSzPts val="1500"/>
              <a:buFont typeface="Arial"/>
              <a:buNone/>
              <a:defRPr sz="15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375"/>
              </a:spcBef>
              <a:spcAft>
                <a:spcPts val="0"/>
              </a:spcAft>
              <a:buClr>
                <a:schemeClr val="dk1"/>
              </a:buClr>
              <a:buSzPts val="1350"/>
              <a:buFont typeface="Arial"/>
              <a:buNone/>
              <a:defRPr sz="135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375"/>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375"/>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375"/>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375"/>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375"/>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375"/>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9pPr>
          </a:lstStyle>
          <a:p>
            <a:endParaRPr/>
          </a:p>
        </p:txBody>
      </p:sp>
      <p:sp>
        <p:nvSpPr>
          <p:cNvPr id="35" name="Google Shape;35;p13"/>
          <p:cNvSpPr txBox="1">
            <a:spLocks noGrp="1"/>
          </p:cNvSpPr>
          <p:nvPr>
            <p:ph type="body" idx="2"/>
          </p:nvPr>
        </p:nvSpPr>
        <p:spPr>
          <a:xfrm>
            <a:off x="630239" y="2505075"/>
            <a:ext cx="3868737" cy="3684588"/>
          </a:xfrm>
          <a:prstGeom prst="rect">
            <a:avLst/>
          </a:prstGeom>
          <a:noFill/>
          <a:ln>
            <a:noFill/>
          </a:ln>
        </p:spPr>
        <p:txBody>
          <a:bodyPr spcFirstLastPara="1" wrap="square" lIns="91425" tIns="45700" rIns="91425" bIns="45700" anchor="t" anchorCtr="0">
            <a:no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6" name="Google Shape;36;p13"/>
          <p:cNvSpPr txBox="1">
            <a:spLocks noGrp="1"/>
          </p:cNvSpPr>
          <p:nvPr>
            <p:ph type="body" idx="3"/>
          </p:nvPr>
        </p:nvSpPr>
        <p:spPr>
          <a:xfrm>
            <a:off x="4629150" y="1681163"/>
            <a:ext cx="3887788" cy="82391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75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375"/>
              </a:spcBef>
              <a:spcAft>
                <a:spcPts val="0"/>
              </a:spcAft>
              <a:buClr>
                <a:schemeClr val="dk1"/>
              </a:buClr>
              <a:buSzPts val="1500"/>
              <a:buFont typeface="Arial"/>
              <a:buNone/>
              <a:defRPr sz="15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375"/>
              </a:spcBef>
              <a:spcAft>
                <a:spcPts val="0"/>
              </a:spcAft>
              <a:buClr>
                <a:schemeClr val="dk1"/>
              </a:buClr>
              <a:buSzPts val="1350"/>
              <a:buFont typeface="Arial"/>
              <a:buNone/>
              <a:defRPr sz="135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375"/>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375"/>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375"/>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375"/>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375"/>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375"/>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9pPr>
          </a:lstStyle>
          <a:p>
            <a:endParaRPr/>
          </a:p>
        </p:txBody>
      </p:sp>
      <p:sp>
        <p:nvSpPr>
          <p:cNvPr id="37" name="Google Shape;37;p13"/>
          <p:cNvSpPr txBox="1">
            <a:spLocks noGrp="1"/>
          </p:cNvSpPr>
          <p:nvPr>
            <p:ph type="body" idx="4"/>
          </p:nvPr>
        </p:nvSpPr>
        <p:spPr>
          <a:xfrm>
            <a:off x="4629150" y="2505075"/>
            <a:ext cx="3887788" cy="3684588"/>
          </a:xfrm>
          <a:prstGeom prst="rect">
            <a:avLst/>
          </a:prstGeom>
          <a:noFill/>
          <a:ln>
            <a:noFill/>
          </a:ln>
        </p:spPr>
        <p:txBody>
          <a:bodyPr spcFirstLastPara="1" wrap="square" lIns="91425" tIns="45700" rIns="91425" bIns="45700" anchor="t" anchorCtr="0">
            <a:no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8" name="Google Shape;38;p13"/>
          <p:cNvSpPr txBox="1">
            <a:spLocks noGrp="1"/>
          </p:cNvSpPr>
          <p:nvPr>
            <p:ph type="dt" idx="10"/>
          </p:nvPr>
        </p:nvSpPr>
        <p:spPr>
          <a:xfrm>
            <a:off x="628650" y="6356354"/>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9" name="Google Shape;39;p13"/>
          <p:cNvSpPr txBox="1">
            <a:spLocks noGrp="1"/>
          </p:cNvSpPr>
          <p:nvPr>
            <p:ph type="ftr" idx="11"/>
          </p:nvPr>
        </p:nvSpPr>
        <p:spPr>
          <a:xfrm>
            <a:off x="3028950" y="6356354"/>
            <a:ext cx="30861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0" name="Google Shape;40;p13"/>
          <p:cNvSpPr txBox="1">
            <a:spLocks noGrp="1"/>
          </p:cNvSpPr>
          <p:nvPr>
            <p:ph type="sldNum" idx="12"/>
          </p:nvPr>
        </p:nvSpPr>
        <p:spPr>
          <a:xfrm>
            <a:off x="6457950" y="6356354"/>
            <a:ext cx="20574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ylko tytuł" type="titleOnly">
  <p:cSld name="TITLE_ONLY">
    <p:spTree>
      <p:nvGrpSpPr>
        <p:cNvPr id="1" name="Shape 41"/>
        <p:cNvGrpSpPr/>
        <p:nvPr/>
      </p:nvGrpSpPr>
      <p:grpSpPr>
        <a:xfrm>
          <a:off x="0" y="0"/>
          <a:ext cx="0" cy="0"/>
          <a:chOff x="0" y="0"/>
          <a:chExt cx="0" cy="0"/>
        </a:xfrm>
      </p:grpSpPr>
      <p:sp>
        <p:nvSpPr>
          <p:cNvPr id="42" name="Google Shape;42;p14"/>
          <p:cNvSpPr txBox="1">
            <a:spLocks noGrp="1"/>
          </p:cNvSpPr>
          <p:nvPr>
            <p:ph type="title"/>
          </p:nvPr>
        </p:nvSpPr>
        <p:spPr>
          <a:xfrm>
            <a:off x="628650" y="365129"/>
            <a:ext cx="78867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3" name="Google Shape;43;p14"/>
          <p:cNvSpPr txBox="1">
            <a:spLocks noGrp="1"/>
          </p:cNvSpPr>
          <p:nvPr>
            <p:ph type="dt" idx="10"/>
          </p:nvPr>
        </p:nvSpPr>
        <p:spPr>
          <a:xfrm>
            <a:off x="628650" y="6356354"/>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4" name="Google Shape;44;p14"/>
          <p:cNvSpPr txBox="1">
            <a:spLocks noGrp="1"/>
          </p:cNvSpPr>
          <p:nvPr>
            <p:ph type="ftr" idx="11"/>
          </p:nvPr>
        </p:nvSpPr>
        <p:spPr>
          <a:xfrm>
            <a:off x="3028950" y="6356354"/>
            <a:ext cx="30861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5" name="Google Shape;45;p14"/>
          <p:cNvSpPr txBox="1">
            <a:spLocks noGrp="1"/>
          </p:cNvSpPr>
          <p:nvPr>
            <p:ph type="sldNum" idx="12"/>
          </p:nvPr>
        </p:nvSpPr>
        <p:spPr>
          <a:xfrm>
            <a:off x="6457950" y="6356354"/>
            <a:ext cx="20574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usty" type="blank">
  <p:cSld name="BLANK">
    <p:spTree>
      <p:nvGrpSpPr>
        <p:cNvPr id="1" name="Shape 46"/>
        <p:cNvGrpSpPr/>
        <p:nvPr/>
      </p:nvGrpSpPr>
      <p:grpSpPr>
        <a:xfrm>
          <a:off x="0" y="0"/>
          <a:ext cx="0" cy="0"/>
          <a:chOff x="0" y="0"/>
          <a:chExt cx="0" cy="0"/>
        </a:xfrm>
      </p:grpSpPr>
      <p:sp>
        <p:nvSpPr>
          <p:cNvPr id="47" name="Google Shape;47;p15"/>
          <p:cNvSpPr txBox="1">
            <a:spLocks noGrp="1"/>
          </p:cNvSpPr>
          <p:nvPr>
            <p:ph type="dt" idx="10"/>
          </p:nvPr>
        </p:nvSpPr>
        <p:spPr>
          <a:xfrm>
            <a:off x="628650" y="6356354"/>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p15"/>
          <p:cNvSpPr txBox="1">
            <a:spLocks noGrp="1"/>
          </p:cNvSpPr>
          <p:nvPr>
            <p:ph type="ftr" idx="11"/>
          </p:nvPr>
        </p:nvSpPr>
        <p:spPr>
          <a:xfrm>
            <a:off x="3028950" y="6356354"/>
            <a:ext cx="30861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9" name="Google Shape;49;p15"/>
          <p:cNvSpPr txBox="1">
            <a:spLocks noGrp="1"/>
          </p:cNvSpPr>
          <p:nvPr>
            <p:ph type="sldNum" idx="12"/>
          </p:nvPr>
        </p:nvSpPr>
        <p:spPr>
          <a:xfrm>
            <a:off x="6457950" y="6356354"/>
            <a:ext cx="20574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Zawartość z podpisem" type="objTx">
  <p:cSld name="OBJECT_WITH_CAPTION_TEXT">
    <p:spTree>
      <p:nvGrpSpPr>
        <p:cNvPr id="1" name="Shape 50"/>
        <p:cNvGrpSpPr/>
        <p:nvPr/>
      </p:nvGrpSpPr>
      <p:grpSpPr>
        <a:xfrm>
          <a:off x="0" y="0"/>
          <a:ext cx="0" cy="0"/>
          <a:chOff x="0" y="0"/>
          <a:chExt cx="0" cy="0"/>
        </a:xfrm>
      </p:grpSpPr>
      <p:sp>
        <p:nvSpPr>
          <p:cNvPr id="51" name="Google Shape;51;p16"/>
          <p:cNvSpPr txBox="1">
            <a:spLocks noGrp="1"/>
          </p:cNvSpPr>
          <p:nvPr>
            <p:ph type="title"/>
          </p:nvPr>
        </p:nvSpPr>
        <p:spPr>
          <a:xfrm>
            <a:off x="630240" y="457200"/>
            <a:ext cx="2949575" cy="16002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2400"/>
              <a:buFont typeface="Calibri"/>
              <a:buNone/>
              <a:defRPr sz="2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2" name="Google Shape;52;p16"/>
          <p:cNvSpPr txBox="1">
            <a:spLocks noGrp="1"/>
          </p:cNvSpPr>
          <p:nvPr>
            <p:ph type="body" idx="1"/>
          </p:nvPr>
        </p:nvSpPr>
        <p:spPr>
          <a:xfrm>
            <a:off x="3887788" y="987429"/>
            <a:ext cx="4629150" cy="4873625"/>
          </a:xfrm>
          <a:prstGeom prst="rect">
            <a:avLst/>
          </a:prstGeom>
          <a:noFill/>
          <a:ln>
            <a:noFill/>
          </a:ln>
        </p:spPr>
        <p:txBody>
          <a:bodyPr spcFirstLastPara="1" wrap="square" lIns="91425" tIns="45700" rIns="91425" bIns="45700" anchor="t" anchorCtr="0">
            <a:noAutofit/>
          </a:bodyPr>
          <a:lstStyle>
            <a:lvl1pPr marL="457200" marR="0" lvl="0" indent="-381000" algn="l" rtl="0">
              <a:lnSpc>
                <a:spcPct val="90000"/>
              </a:lnSpc>
              <a:spcBef>
                <a:spcPts val="75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61950" algn="l" rtl="0">
              <a:lnSpc>
                <a:spcPct val="90000"/>
              </a:lnSpc>
              <a:spcBef>
                <a:spcPts val="375"/>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4pPr>
            <a:lvl5pPr marL="2286000" marR="0" lvl="4"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5pPr>
            <a:lvl6pPr marL="2743200" marR="0" lvl="5"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6pPr>
            <a:lvl7pPr marL="3200400" marR="0" lvl="6"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7pPr>
            <a:lvl8pPr marL="3657600" marR="0" lvl="7"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8pPr>
            <a:lvl9pPr marL="4114800" marR="0" lvl="8"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9pPr>
          </a:lstStyle>
          <a:p>
            <a:endParaRPr/>
          </a:p>
        </p:txBody>
      </p:sp>
      <p:sp>
        <p:nvSpPr>
          <p:cNvPr id="53" name="Google Shape;53;p16"/>
          <p:cNvSpPr txBox="1">
            <a:spLocks noGrp="1"/>
          </p:cNvSpPr>
          <p:nvPr>
            <p:ph type="body" idx="2"/>
          </p:nvPr>
        </p:nvSpPr>
        <p:spPr>
          <a:xfrm>
            <a:off x="630240" y="2057400"/>
            <a:ext cx="2949575" cy="381158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75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375"/>
              </a:spcBef>
              <a:spcAft>
                <a:spcPts val="0"/>
              </a:spcAft>
              <a:buClr>
                <a:schemeClr val="dk1"/>
              </a:buClr>
              <a:buSzPts val="1050"/>
              <a:buFont typeface="Arial"/>
              <a:buNone/>
              <a:defRPr sz="105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375"/>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375"/>
              </a:spcBef>
              <a:spcAft>
                <a:spcPts val="0"/>
              </a:spcAft>
              <a:buClr>
                <a:schemeClr val="dk1"/>
              </a:buClr>
              <a:buSzPts val="750"/>
              <a:buFont typeface="Arial"/>
              <a:buNone/>
              <a:defRPr sz="75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375"/>
              </a:spcBef>
              <a:spcAft>
                <a:spcPts val="0"/>
              </a:spcAft>
              <a:buClr>
                <a:schemeClr val="dk1"/>
              </a:buClr>
              <a:buSzPts val="750"/>
              <a:buFont typeface="Arial"/>
              <a:buNone/>
              <a:defRPr sz="75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375"/>
              </a:spcBef>
              <a:spcAft>
                <a:spcPts val="0"/>
              </a:spcAft>
              <a:buClr>
                <a:schemeClr val="dk1"/>
              </a:buClr>
              <a:buSzPts val="750"/>
              <a:buFont typeface="Arial"/>
              <a:buNone/>
              <a:defRPr sz="75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375"/>
              </a:spcBef>
              <a:spcAft>
                <a:spcPts val="0"/>
              </a:spcAft>
              <a:buClr>
                <a:schemeClr val="dk1"/>
              </a:buClr>
              <a:buSzPts val="750"/>
              <a:buFont typeface="Arial"/>
              <a:buNone/>
              <a:defRPr sz="75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375"/>
              </a:spcBef>
              <a:spcAft>
                <a:spcPts val="0"/>
              </a:spcAft>
              <a:buClr>
                <a:schemeClr val="dk1"/>
              </a:buClr>
              <a:buSzPts val="750"/>
              <a:buFont typeface="Arial"/>
              <a:buNone/>
              <a:defRPr sz="75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375"/>
              </a:spcBef>
              <a:spcAft>
                <a:spcPts val="0"/>
              </a:spcAft>
              <a:buClr>
                <a:schemeClr val="dk1"/>
              </a:buClr>
              <a:buSzPts val="750"/>
              <a:buFont typeface="Arial"/>
              <a:buNone/>
              <a:defRPr sz="750" b="0" i="0" u="none" strike="noStrike" cap="none">
                <a:solidFill>
                  <a:schemeClr val="dk1"/>
                </a:solidFill>
                <a:latin typeface="Calibri"/>
                <a:ea typeface="Calibri"/>
                <a:cs typeface="Calibri"/>
                <a:sym typeface="Calibri"/>
              </a:defRPr>
            </a:lvl9pPr>
          </a:lstStyle>
          <a:p>
            <a:endParaRPr/>
          </a:p>
        </p:txBody>
      </p:sp>
      <p:sp>
        <p:nvSpPr>
          <p:cNvPr id="54" name="Google Shape;54;p16"/>
          <p:cNvSpPr txBox="1">
            <a:spLocks noGrp="1"/>
          </p:cNvSpPr>
          <p:nvPr>
            <p:ph type="dt" idx="10"/>
          </p:nvPr>
        </p:nvSpPr>
        <p:spPr>
          <a:xfrm>
            <a:off x="628650" y="6356354"/>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5" name="Google Shape;55;p16"/>
          <p:cNvSpPr txBox="1">
            <a:spLocks noGrp="1"/>
          </p:cNvSpPr>
          <p:nvPr>
            <p:ph type="ftr" idx="11"/>
          </p:nvPr>
        </p:nvSpPr>
        <p:spPr>
          <a:xfrm>
            <a:off x="3028950" y="6356354"/>
            <a:ext cx="30861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6" name="Google Shape;56;p16"/>
          <p:cNvSpPr txBox="1">
            <a:spLocks noGrp="1"/>
          </p:cNvSpPr>
          <p:nvPr>
            <p:ph type="sldNum" idx="12"/>
          </p:nvPr>
        </p:nvSpPr>
        <p:spPr>
          <a:xfrm>
            <a:off x="6457950" y="6356354"/>
            <a:ext cx="20574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Obraz z podpisem" type="picTx">
  <p:cSld name="PICTURE_WITH_CAPTION_TEXT">
    <p:spTree>
      <p:nvGrpSpPr>
        <p:cNvPr id="1" name="Shape 57"/>
        <p:cNvGrpSpPr/>
        <p:nvPr/>
      </p:nvGrpSpPr>
      <p:grpSpPr>
        <a:xfrm>
          <a:off x="0" y="0"/>
          <a:ext cx="0" cy="0"/>
          <a:chOff x="0" y="0"/>
          <a:chExt cx="0" cy="0"/>
        </a:xfrm>
      </p:grpSpPr>
      <p:sp>
        <p:nvSpPr>
          <p:cNvPr id="58" name="Google Shape;58;p17"/>
          <p:cNvSpPr txBox="1">
            <a:spLocks noGrp="1"/>
          </p:cNvSpPr>
          <p:nvPr>
            <p:ph type="title"/>
          </p:nvPr>
        </p:nvSpPr>
        <p:spPr>
          <a:xfrm>
            <a:off x="630240" y="457200"/>
            <a:ext cx="2949575" cy="16002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2400"/>
              <a:buFont typeface="Calibri"/>
              <a:buNone/>
              <a:defRPr sz="2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9" name="Google Shape;59;p17"/>
          <p:cNvSpPr>
            <a:spLocks noGrp="1"/>
          </p:cNvSpPr>
          <p:nvPr>
            <p:ph type="pic" idx="2"/>
          </p:nvPr>
        </p:nvSpPr>
        <p:spPr>
          <a:xfrm>
            <a:off x="3887788" y="987429"/>
            <a:ext cx="4629150" cy="4873625"/>
          </a:xfrm>
          <a:prstGeom prst="rect">
            <a:avLst/>
          </a:prstGeom>
          <a:noFill/>
          <a:ln>
            <a:noFill/>
          </a:ln>
        </p:spPr>
      </p:sp>
      <p:sp>
        <p:nvSpPr>
          <p:cNvPr id="60" name="Google Shape;60;p17"/>
          <p:cNvSpPr txBox="1">
            <a:spLocks noGrp="1"/>
          </p:cNvSpPr>
          <p:nvPr>
            <p:ph type="body" idx="1"/>
          </p:nvPr>
        </p:nvSpPr>
        <p:spPr>
          <a:xfrm>
            <a:off x="630240" y="2057400"/>
            <a:ext cx="2949575" cy="381158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75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375"/>
              </a:spcBef>
              <a:spcAft>
                <a:spcPts val="0"/>
              </a:spcAft>
              <a:buClr>
                <a:schemeClr val="dk1"/>
              </a:buClr>
              <a:buSzPts val="1050"/>
              <a:buFont typeface="Arial"/>
              <a:buNone/>
              <a:defRPr sz="105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375"/>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375"/>
              </a:spcBef>
              <a:spcAft>
                <a:spcPts val="0"/>
              </a:spcAft>
              <a:buClr>
                <a:schemeClr val="dk1"/>
              </a:buClr>
              <a:buSzPts val="750"/>
              <a:buFont typeface="Arial"/>
              <a:buNone/>
              <a:defRPr sz="75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375"/>
              </a:spcBef>
              <a:spcAft>
                <a:spcPts val="0"/>
              </a:spcAft>
              <a:buClr>
                <a:schemeClr val="dk1"/>
              </a:buClr>
              <a:buSzPts val="750"/>
              <a:buFont typeface="Arial"/>
              <a:buNone/>
              <a:defRPr sz="75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375"/>
              </a:spcBef>
              <a:spcAft>
                <a:spcPts val="0"/>
              </a:spcAft>
              <a:buClr>
                <a:schemeClr val="dk1"/>
              </a:buClr>
              <a:buSzPts val="750"/>
              <a:buFont typeface="Arial"/>
              <a:buNone/>
              <a:defRPr sz="75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375"/>
              </a:spcBef>
              <a:spcAft>
                <a:spcPts val="0"/>
              </a:spcAft>
              <a:buClr>
                <a:schemeClr val="dk1"/>
              </a:buClr>
              <a:buSzPts val="750"/>
              <a:buFont typeface="Arial"/>
              <a:buNone/>
              <a:defRPr sz="75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375"/>
              </a:spcBef>
              <a:spcAft>
                <a:spcPts val="0"/>
              </a:spcAft>
              <a:buClr>
                <a:schemeClr val="dk1"/>
              </a:buClr>
              <a:buSzPts val="750"/>
              <a:buFont typeface="Arial"/>
              <a:buNone/>
              <a:defRPr sz="75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375"/>
              </a:spcBef>
              <a:spcAft>
                <a:spcPts val="0"/>
              </a:spcAft>
              <a:buClr>
                <a:schemeClr val="dk1"/>
              </a:buClr>
              <a:buSzPts val="750"/>
              <a:buFont typeface="Arial"/>
              <a:buNone/>
              <a:defRPr sz="750" b="0" i="0" u="none" strike="noStrike" cap="none">
                <a:solidFill>
                  <a:schemeClr val="dk1"/>
                </a:solidFill>
                <a:latin typeface="Calibri"/>
                <a:ea typeface="Calibri"/>
                <a:cs typeface="Calibri"/>
                <a:sym typeface="Calibri"/>
              </a:defRPr>
            </a:lvl9pPr>
          </a:lstStyle>
          <a:p>
            <a:endParaRPr/>
          </a:p>
        </p:txBody>
      </p:sp>
      <p:sp>
        <p:nvSpPr>
          <p:cNvPr id="61" name="Google Shape;61;p17"/>
          <p:cNvSpPr txBox="1">
            <a:spLocks noGrp="1"/>
          </p:cNvSpPr>
          <p:nvPr>
            <p:ph type="dt" idx="10"/>
          </p:nvPr>
        </p:nvSpPr>
        <p:spPr>
          <a:xfrm>
            <a:off x="628650" y="6356354"/>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2" name="Google Shape;62;p17"/>
          <p:cNvSpPr txBox="1">
            <a:spLocks noGrp="1"/>
          </p:cNvSpPr>
          <p:nvPr>
            <p:ph type="ftr" idx="11"/>
          </p:nvPr>
        </p:nvSpPr>
        <p:spPr>
          <a:xfrm>
            <a:off x="3028950" y="6356354"/>
            <a:ext cx="30861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3" name="Google Shape;63;p17"/>
          <p:cNvSpPr txBox="1">
            <a:spLocks noGrp="1"/>
          </p:cNvSpPr>
          <p:nvPr>
            <p:ph type="sldNum" idx="12"/>
          </p:nvPr>
        </p:nvSpPr>
        <p:spPr>
          <a:xfrm>
            <a:off x="6457950" y="6356354"/>
            <a:ext cx="20574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ytuł i tekst pionowy" type="vertTx">
  <p:cSld name="VERTICAL_TEXT">
    <p:spTree>
      <p:nvGrpSpPr>
        <p:cNvPr id="1" name="Shape 64"/>
        <p:cNvGrpSpPr/>
        <p:nvPr/>
      </p:nvGrpSpPr>
      <p:grpSpPr>
        <a:xfrm>
          <a:off x="0" y="0"/>
          <a:ext cx="0" cy="0"/>
          <a:chOff x="0" y="0"/>
          <a:chExt cx="0" cy="0"/>
        </a:xfrm>
      </p:grpSpPr>
      <p:sp>
        <p:nvSpPr>
          <p:cNvPr id="65" name="Google Shape;65;p18"/>
          <p:cNvSpPr txBox="1">
            <a:spLocks noGrp="1"/>
          </p:cNvSpPr>
          <p:nvPr>
            <p:ph type="title"/>
          </p:nvPr>
        </p:nvSpPr>
        <p:spPr>
          <a:xfrm>
            <a:off x="628650" y="365129"/>
            <a:ext cx="78867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6" name="Google Shape;66;p18"/>
          <p:cNvSpPr txBox="1">
            <a:spLocks noGrp="1"/>
          </p:cNvSpPr>
          <p:nvPr>
            <p:ph type="body" idx="1"/>
          </p:nvPr>
        </p:nvSpPr>
        <p:spPr>
          <a:xfrm rot="5400000">
            <a:off x="2396331" y="57944"/>
            <a:ext cx="4351338" cy="7886700"/>
          </a:xfrm>
          <a:prstGeom prst="rect">
            <a:avLst/>
          </a:prstGeom>
          <a:noFill/>
          <a:ln>
            <a:noFill/>
          </a:ln>
        </p:spPr>
        <p:txBody>
          <a:bodyPr spcFirstLastPara="1" wrap="square" lIns="91425" tIns="45700" rIns="91425" bIns="45700" anchor="t" anchorCtr="0">
            <a:no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67" name="Google Shape;67;p18"/>
          <p:cNvSpPr txBox="1">
            <a:spLocks noGrp="1"/>
          </p:cNvSpPr>
          <p:nvPr>
            <p:ph type="dt" idx="10"/>
          </p:nvPr>
        </p:nvSpPr>
        <p:spPr>
          <a:xfrm>
            <a:off x="628650" y="6356354"/>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8" name="Google Shape;68;p18"/>
          <p:cNvSpPr txBox="1">
            <a:spLocks noGrp="1"/>
          </p:cNvSpPr>
          <p:nvPr>
            <p:ph type="ftr" idx="11"/>
          </p:nvPr>
        </p:nvSpPr>
        <p:spPr>
          <a:xfrm>
            <a:off x="3028950" y="6356354"/>
            <a:ext cx="30861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9" name="Google Shape;69;p18"/>
          <p:cNvSpPr txBox="1">
            <a:spLocks noGrp="1"/>
          </p:cNvSpPr>
          <p:nvPr>
            <p:ph type="sldNum" idx="12"/>
          </p:nvPr>
        </p:nvSpPr>
        <p:spPr>
          <a:xfrm>
            <a:off x="6457950" y="6356354"/>
            <a:ext cx="20574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ytuł pionowy i tekst" type="vertTitleAndTx">
  <p:cSld name="VERTICAL_TITLE_AND_VERTICAL_TEXT">
    <p:spTree>
      <p:nvGrpSpPr>
        <p:cNvPr id="1" name="Shape 70"/>
        <p:cNvGrpSpPr/>
        <p:nvPr/>
      </p:nvGrpSpPr>
      <p:grpSpPr>
        <a:xfrm>
          <a:off x="0" y="0"/>
          <a:ext cx="0" cy="0"/>
          <a:chOff x="0" y="0"/>
          <a:chExt cx="0" cy="0"/>
        </a:xfrm>
      </p:grpSpPr>
      <p:sp>
        <p:nvSpPr>
          <p:cNvPr id="71" name="Google Shape;71;p19"/>
          <p:cNvSpPr txBox="1">
            <a:spLocks noGrp="1"/>
          </p:cNvSpPr>
          <p:nvPr>
            <p:ph type="title"/>
          </p:nvPr>
        </p:nvSpPr>
        <p:spPr>
          <a:xfrm rot="5400000">
            <a:off x="4623595" y="2285207"/>
            <a:ext cx="5811838" cy="1971675"/>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2" name="Google Shape;72;p19"/>
          <p:cNvSpPr txBox="1">
            <a:spLocks noGrp="1"/>
          </p:cNvSpPr>
          <p:nvPr>
            <p:ph type="body" idx="1"/>
          </p:nvPr>
        </p:nvSpPr>
        <p:spPr>
          <a:xfrm rot="5400000">
            <a:off x="604046" y="389731"/>
            <a:ext cx="5811838" cy="5762625"/>
          </a:xfrm>
          <a:prstGeom prst="rect">
            <a:avLst/>
          </a:prstGeom>
          <a:noFill/>
          <a:ln>
            <a:noFill/>
          </a:ln>
        </p:spPr>
        <p:txBody>
          <a:bodyPr spcFirstLastPara="1" wrap="square" lIns="91425" tIns="45700" rIns="91425" bIns="45700" anchor="t" anchorCtr="0">
            <a:no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73" name="Google Shape;73;p19"/>
          <p:cNvSpPr txBox="1">
            <a:spLocks noGrp="1"/>
          </p:cNvSpPr>
          <p:nvPr>
            <p:ph type="dt" idx="10"/>
          </p:nvPr>
        </p:nvSpPr>
        <p:spPr>
          <a:xfrm>
            <a:off x="628650" y="6356354"/>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4" name="Google Shape;74;p19"/>
          <p:cNvSpPr txBox="1">
            <a:spLocks noGrp="1"/>
          </p:cNvSpPr>
          <p:nvPr>
            <p:ph type="ftr" idx="11"/>
          </p:nvPr>
        </p:nvSpPr>
        <p:spPr>
          <a:xfrm>
            <a:off x="3028950" y="6356354"/>
            <a:ext cx="30861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5" name="Google Shape;75;p19"/>
          <p:cNvSpPr txBox="1">
            <a:spLocks noGrp="1"/>
          </p:cNvSpPr>
          <p:nvPr>
            <p:ph type="sldNum" idx="12"/>
          </p:nvPr>
        </p:nvSpPr>
        <p:spPr>
          <a:xfrm>
            <a:off x="6457950" y="6356354"/>
            <a:ext cx="20574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2_Slajd tytułowy">
  <p:cSld name="2_Slajd tytułowy">
    <p:spTree>
      <p:nvGrpSpPr>
        <p:cNvPr id="1" name="Shape 76"/>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_Slajd tytułowy">
  <p:cSld name="3_Slajd tytułowy">
    <p:spTree>
      <p:nvGrpSpPr>
        <p:cNvPr id="1" name="Shape 77"/>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ytuł i zawartość" type="obj">
  <p:cSld name="OBJECT">
    <p:spTree>
      <p:nvGrpSpPr>
        <p:cNvPr id="1" name="Shape 84"/>
        <p:cNvGrpSpPr/>
        <p:nvPr/>
      </p:nvGrpSpPr>
      <p:grpSpPr>
        <a:xfrm>
          <a:off x="0" y="0"/>
          <a:ext cx="0" cy="0"/>
          <a:chOff x="0" y="0"/>
          <a:chExt cx="0" cy="0"/>
        </a:xfrm>
      </p:grpSpPr>
      <p:sp>
        <p:nvSpPr>
          <p:cNvPr id="85" name="Google Shape;85;p8"/>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6" name="Google Shape;86;p8"/>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lajd tytułowy" type="title">
  <p:cSld name="TITLE">
    <p:spTree>
      <p:nvGrpSpPr>
        <p:cNvPr id="1" name="Shape 90"/>
        <p:cNvGrpSpPr/>
        <p:nvPr/>
      </p:nvGrpSpPr>
      <p:grpSpPr>
        <a:xfrm>
          <a:off x="0" y="0"/>
          <a:ext cx="0" cy="0"/>
          <a:chOff x="0" y="0"/>
          <a:chExt cx="0" cy="0"/>
        </a:xfrm>
      </p:grpSpPr>
      <p:sp>
        <p:nvSpPr>
          <p:cNvPr id="91" name="Google Shape;91;p22"/>
          <p:cNvSpPr txBox="1">
            <a:spLocks noGrp="1"/>
          </p:cNvSpPr>
          <p:nvPr>
            <p:ph type="ctrTitle"/>
          </p:nvPr>
        </p:nvSpPr>
        <p:spPr>
          <a:xfrm>
            <a:off x="1143000" y="1122363"/>
            <a:ext cx="6858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2" name="Google Shape;92;p22"/>
          <p:cNvSpPr txBox="1">
            <a:spLocks noGrp="1"/>
          </p:cNvSpPr>
          <p:nvPr>
            <p:ph type="subTitle" idx="1"/>
          </p:nvPr>
        </p:nvSpPr>
        <p:spPr>
          <a:xfrm>
            <a:off x="1143000" y="3602038"/>
            <a:ext cx="6858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93" name="Google Shape;93;p2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2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2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Nagłówek sekcji" type="secHead">
  <p:cSld name="SECTION_HEADER">
    <p:spTree>
      <p:nvGrpSpPr>
        <p:cNvPr id="1" name="Shape 96"/>
        <p:cNvGrpSpPr/>
        <p:nvPr/>
      </p:nvGrpSpPr>
      <p:grpSpPr>
        <a:xfrm>
          <a:off x="0" y="0"/>
          <a:ext cx="0" cy="0"/>
          <a:chOff x="0" y="0"/>
          <a:chExt cx="0" cy="0"/>
        </a:xfrm>
      </p:grpSpPr>
      <p:sp>
        <p:nvSpPr>
          <p:cNvPr id="97" name="Google Shape;97;p23"/>
          <p:cNvSpPr txBox="1">
            <a:spLocks noGrp="1"/>
          </p:cNvSpPr>
          <p:nvPr>
            <p:ph type="title"/>
          </p:nvPr>
        </p:nvSpPr>
        <p:spPr>
          <a:xfrm>
            <a:off x="623888" y="1709739"/>
            <a:ext cx="78867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8" name="Google Shape;98;p23"/>
          <p:cNvSpPr txBox="1">
            <a:spLocks noGrp="1"/>
          </p:cNvSpPr>
          <p:nvPr>
            <p:ph type="body" idx="1"/>
          </p:nvPr>
        </p:nvSpPr>
        <p:spPr>
          <a:xfrm>
            <a:off x="623888" y="4589464"/>
            <a:ext cx="78867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99" name="Google Shape;99;p23"/>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23"/>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23"/>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Dwa elementy zawartości" type="twoObj">
  <p:cSld name="TWO_OBJECTS">
    <p:spTree>
      <p:nvGrpSpPr>
        <p:cNvPr id="1" name="Shape 102"/>
        <p:cNvGrpSpPr/>
        <p:nvPr/>
      </p:nvGrpSpPr>
      <p:grpSpPr>
        <a:xfrm>
          <a:off x="0" y="0"/>
          <a:ext cx="0" cy="0"/>
          <a:chOff x="0" y="0"/>
          <a:chExt cx="0" cy="0"/>
        </a:xfrm>
      </p:grpSpPr>
      <p:sp>
        <p:nvSpPr>
          <p:cNvPr id="103" name="Google Shape;103;p24"/>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4" name="Google Shape;104;p24"/>
          <p:cNvSpPr txBox="1">
            <a:spLocks noGrp="1"/>
          </p:cNvSpPr>
          <p:nvPr>
            <p:ph type="body" idx="1"/>
          </p:nvPr>
        </p:nvSpPr>
        <p:spPr>
          <a:xfrm>
            <a:off x="6286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5" name="Google Shape;105;p24"/>
          <p:cNvSpPr txBox="1">
            <a:spLocks noGrp="1"/>
          </p:cNvSpPr>
          <p:nvPr>
            <p:ph type="body" idx="2"/>
          </p:nvPr>
        </p:nvSpPr>
        <p:spPr>
          <a:xfrm>
            <a:off x="46291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6" name="Google Shape;106;p24"/>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24"/>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8" name="Google Shape;108;p24"/>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Porównanie" type="twoTxTwoObj">
  <p:cSld name="TWO_OBJECTS_WITH_TEXT">
    <p:spTree>
      <p:nvGrpSpPr>
        <p:cNvPr id="1" name="Shape 109"/>
        <p:cNvGrpSpPr/>
        <p:nvPr/>
      </p:nvGrpSpPr>
      <p:grpSpPr>
        <a:xfrm>
          <a:off x="0" y="0"/>
          <a:ext cx="0" cy="0"/>
          <a:chOff x="0" y="0"/>
          <a:chExt cx="0" cy="0"/>
        </a:xfrm>
      </p:grpSpPr>
      <p:sp>
        <p:nvSpPr>
          <p:cNvPr id="110" name="Google Shape;110;p25"/>
          <p:cNvSpPr txBox="1">
            <a:spLocks noGrp="1"/>
          </p:cNvSpPr>
          <p:nvPr>
            <p:ph type="title"/>
          </p:nvPr>
        </p:nvSpPr>
        <p:spPr>
          <a:xfrm>
            <a:off x="629841"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1" name="Google Shape;111;p25"/>
          <p:cNvSpPr txBox="1">
            <a:spLocks noGrp="1"/>
          </p:cNvSpPr>
          <p:nvPr>
            <p:ph type="body" idx="1"/>
          </p:nvPr>
        </p:nvSpPr>
        <p:spPr>
          <a:xfrm>
            <a:off x="629842" y="1681163"/>
            <a:ext cx="386834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12" name="Google Shape;112;p25"/>
          <p:cNvSpPr txBox="1">
            <a:spLocks noGrp="1"/>
          </p:cNvSpPr>
          <p:nvPr>
            <p:ph type="body" idx="2"/>
          </p:nvPr>
        </p:nvSpPr>
        <p:spPr>
          <a:xfrm>
            <a:off x="629842" y="2505075"/>
            <a:ext cx="3868340"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3" name="Google Shape;113;p25"/>
          <p:cNvSpPr txBox="1">
            <a:spLocks noGrp="1"/>
          </p:cNvSpPr>
          <p:nvPr>
            <p:ph type="body" idx="3"/>
          </p:nvPr>
        </p:nvSpPr>
        <p:spPr>
          <a:xfrm>
            <a:off x="4629150" y="1681163"/>
            <a:ext cx="38873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14" name="Google Shape;114;p25"/>
          <p:cNvSpPr txBox="1">
            <a:spLocks noGrp="1"/>
          </p:cNvSpPr>
          <p:nvPr>
            <p:ph type="body" idx="4"/>
          </p:nvPr>
        </p:nvSpPr>
        <p:spPr>
          <a:xfrm>
            <a:off x="4629150" y="2505075"/>
            <a:ext cx="3887391"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5" name="Google Shape;115;p25"/>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6" name="Google Shape;116;p25"/>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7" name="Google Shape;117;p2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ylko tytuł" type="titleOnly">
  <p:cSld name="TITLE_ONLY">
    <p:spTree>
      <p:nvGrpSpPr>
        <p:cNvPr id="1" name="Shape 118"/>
        <p:cNvGrpSpPr/>
        <p:nvPr/>
      </p:nvGrpSpPr>
      <p:grpSpPr>
        <a:xfrm>
          <a:off x="0" y="0"/>
          <a:ext cx="0" cy="0"/>
          <a:chOff x="0" y="0"/>
          <a:chExt cx="0" cy="0"/>
        </a:xfrm>
      </p:grpSpPr>
      <p:sp>
        <p:nvSpPr>
          <p:cNvPr id="119" name="Google Shape;119;p26"/>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0" name="Google Shape;120;p26"/>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1" name="Google Shape;121;p26"/>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2" name="Google Shape;122;p26"/>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Pusty" type="blank">
  <p:cSld name="BLANK">
    <p:spTree>
      <p:nvGrpSpPr>
        <p:cNvPr id="1" name="Shape 123"/>
        <p:cNvGrpSpPr/>
        <p:nvPr/>
      </p:nvGrpSpPr>
      <p:grpSpPr>
        <a:xfrm>
          <a:off x="0" y="0"/>
          <a:ext cx="0" cy="0"/>
          <a:chOff x="0" y="0"/>
          <a:chExt cx="0" cy="0"/>
        </a:xfrm>
      </p:grpSpPr>
      <p:sp>
        <p:nvSpPr>
          <p:cNvPr id="124" name="Google Shape;124;p2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5" name="Google Shape;125;p2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6" name="Google Shape;126;p2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Zawartość z podpisem" type="objTx">
  <p:cSld name="OBJECT_WITH_CAPTION_TEXT">
    <p:spTree>
      <p:nvGrpSpPr>
        <p:cNvPr id="1" name="Shape 127"/>
        <p:cNvGrpSpPr/>
        <p:nvPr/>
      </p:nvGrpSpPr>
      <p:grpSpPr>
        <a:xfrm>
          <a:off x="0" y="0"/>
          <a:ext cx="0" cy="0"/>
          <a:chOff x="0" y="0"/>
          <a:chExt cx="0" cy="0"/>
        </a:xfrm>
      </p:grpSpPr>
      <p:sp>
        <p:nvSpPr>
          <p:cNvPr id="128" name="Google Shape;128;p28"/>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9" name="Google Shape;129;p28"/>
          <p:cNvSpPr txBox="1">
            <a:spLocks noGrp="1"/>
          </p:cNvSpPr>
          <p:nvPr>
            <p:ph type="body" idx="1"/>
          </p:nvPr>
        </p:nvSpPr>
        <p:spPr>
          <a:xfrm>
            <a:off x="3887391" y="987426"/>
            <a:ext cx="462915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30" name="Google Shape;130;p28"/>
          <p:cNvSpPr txBox="1">
            <a:spLocks noGrp="1"/>
          </p:cNvSpPr>
          <p:nvPr>
            <p:ph type="body" idx="2"/>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31" name="Google Shape;131;p2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2" name="Google Shape;132;p2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3" name="Google Shape;133;p2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Obraz z podpisem" type="picTx">
  <p:cSld name="PICTURE_WITH_CAPTION_TEXT">
    <p:spTree>
      <p:nvGrpSpPr>
        <p:cNvPr id="1" name="Shape 134"/>
        <p:cNvGrpSpPr/>
        <p:nvPr/>
      </p:nvGrpSpPr>
      <p:grpSpPr>
        <a:xfrm>
          <a:off x="0" y="0"/>
          <a:ext cx="0" cy="0"/>
          <a:chOff x="0" y="0"/>
          <a:chExt cx="0" cy="0"/>
        </a:xfrm>
      </p:grpSpPr>
      <p:sp>
        <p:nvSpPr>
          <p:cNvPr id="135" name="Google Shape;135;p29"/>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6" name="Google Shape;136;p29"/>
          <p:cNvSpPr>
            <a:spLocks noGrp="1"/>
          </p:cNvSpPr>
          <p:nvPr>
            <p:ph type="pic" idx="2"/>
          </p:nvPr>
        </p:nvSpPr>
        <p:spPr>
          <a:xfrm>
            <a:off x="3887391" y="987426"/>
            <a:ext cx="4629150" cy="4873625"/>
          </a:xfrm>
          <a:prstGeom prst="rect">
            <a:avLst/>
          </a:prstGeom>
          <a:noFill/>
          <a:ln>
            <a:noFill/>
          </a:ln>
        </p:spPr>
      </p:sp>
      <p:sp>
        <p:nvSpPr>
          <p:cNvPr id="137" name="Google Shape;137;p29"/>
          <p:cNvSpPr txBox="1">
            <a:spLocks noGrp="1"/>
          </p:cNvSpPr>
          <p:nvPr>
            <p:ph type="body" idx="1"/>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38" name="Google Shape;138;p29"/>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9" name="Google Shape;139;p29"/>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0" name="Google Shape;140;p2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ytuł i tekst pionowy" type="vertTx">
  <p:cSld name="VERTICAL_TEXT">
    <p:spTree>
      <p:nvGrpSpPr>
        <p:cNvPr id="1" name="Shape 141"/>
        <p:cNvGrpSpPr/>
        <p:nvPr/>
      </p:nvGrpSpPr>
      <p:grpSpPr>
        <a:xfrm>
          <a:off x="0" y="0"/>
          <a:ext cx="0" cy="0"/>
          <a:chOff x="0" y="0"/>
          <a:chExt cx="0" cy="0"/>
        </a:xfrm>
      </p:grpSpPr>
      <p:sp>
        <p:nvSpPr>
          <p:cNvPr id="142" name="Google Shape;142;p30"/>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3" name="Google Shape;143;p30"/>
          <p:cNvSpPr txBox="1">
            <a:spLocks noGrp="1"/>
          </p:cNvSpPr>
          <p:nvPr>
            <p:ph type="body" idx="1"/>
          </p:nvPr>
        </p:nvSpPr>
        <p:spPr>
          <a:xfrm rot="5400000">
            <a:off x="2396331" y="57944"/>
            <a:ext cx="4351338" cy="78867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4" name="Google Shape;144;p30"/>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5" name="Google Shape;145;p30"/>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6" name="Google Shape;146;p30"/>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ytuł pionowy i tekst" type="vertTitleAndTx">
  <p:cSld name="VERTICAL_TITLE_AND_VERTICAL_TEXT">
    <p:spTree>
      <p:nvGrpSpPr>
        <p:cNvPr id="1" name="Shape 147"/>
        <p:cNvGrpSpPr/>
        <p:nvPr/>
      </p:nvGrpSpPr>
      <p:grpSpPr>
        <a:xfrm>
          <a:off x="0" y="0"/>
          <a:ext cx="0" cy="0"/>
          <a:chOff x="0" y="0"/>
          <a:chExt cx="0" cy="0"/>
        </a:xfrm>
      </p:grpSpPr>
      <p:sp>
        <p:nvSpPr>
          <p:cNvPr id="148" name="Google Shape;148;p31"/>
          <p:cNvSpPr txBox="1">
            <a:spLocks noGrp="1"/>
          </p:cNvSpPr>
          <p:nvPr>
            <p:ph type="title"/>
          </p:nvPr>
        </p:nvSpPr>
        <p:spPr>
          <a:xfrm rot="5400000">
            <a:off x="4623594" y="2285207"/>
            <a:ext cx="5811838"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9" name="Google Shape;149;p31"/>
          <p:cNvSpPr txBox="1">
            <a:spLocks noGrp="1"/>
          </p:cNvSpPr>
          <p:nvPr>
            <p:ph type="body" idx="1"/>
          </p:nvPr>
        </p:nvSpPr>
        <p:spPr>
          <a:xfrm rot="5400000">
            <a:off x="623094" y="370681"/>
            <a:ext cx="5811838" cy="58007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0" name="Google Shape;150;p3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1" name="Google Shape;151;p3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2" name="Google Shape;152;p3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l-P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8"/>
        <p:cNvGrpSpPr/>
        <p:nvPr/>
      </p:nvGrpSpPr>
      <p:grpSpPr>
        <a:xfrm>
          <a:off x="0" y="0"/>
          <a:ext cx="0" cy="0"/>
          <a:chOff x="0" y="0"/>
          <a:chExt cx="0" cy="0"/>
        </a:xfrm>
      </p:grpSpPr>
      <p:sp>
        <p:nvSpPr>
          <p:cNvPr id="79" name="Google Shape;79;p7"/>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0" name="Google Shape;80;p7"/>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1" name="Google Shape;81;p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2" name="Google Shape;82;p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3" name="Google Shape;83;p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l-PL"/>
              <a:t>‹#›</a:t>
            </a:fld>
            <a:endParaRPr/>
          </a:p>
        </p:txBody>
      </p:sp>
    </p:spTree>
  </p:cSld>
  <p:clrMap bg1="lt1" tx1="dk1" bg2="dk2" tx2="lt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5.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5.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5.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video" Target="../media/media1.mov"/><Relationship Id="rId1" Type="http://schemas.microsoft.com/office/2007/relationships/media" Target="../media/media1.mov"/><Relationship Id="rId6" Type="http://schemas.openxmlformats.org/officeDocument/2006/relationships/image" Target="../media/image5.png"/><Relationship Id="rId5" Type="http://schemas.openxmlformats.org/officeDocument/2006/relationships/image" Target="../media/image1.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1"/>
          <p:cNvSpPr/>
          <p:nvPr/>
        </p:nvSpPr>
        <p:spPr>
          <a:xfrm>
            <a:off x="3657600" y="628459"/>
            <a:ext cx="2460171" cy="2271247"/>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a:buNone/>
            </a:pPr>
            <a:endParaRPr lang="en-US" sz="1800" b="0" i="0" u="none" strike="noStrike" cap="none" dirty="0">
              <a:solidFill>
                <a:srgbClr val="000000"/>
              </a:solidFill>
              <a:latin typeface="Calibri"/>
              <a:ea typeface="Calibri"/>
              <a:cs typeface="Calibri"/>
              <a:sym typeface="Calibri"/>
            </a:endParaRPr>
          </a:p>
        </p:txBody>
      </p:sp>
      <p:cxnSp>
        <p:nvCxnSpPr>
          <p:cNvPr id="158" name="Google Shape;158;p1"/>
          <p:cNvCxnSpPr/>
          <p:nvPr/>
        </p:nvCxnSpPr>
        <p:spPr>
          <a:xfrm>
            <a:off x="1583474" y="3162118"/>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59" name="Google Shape;159;p1"/>
          <p:cNvSpPr/>
          <p:nvPr/>
        </p:nvSpPr>
        <p:spPr>
          <a:xfrm>
            <a:off x="1080000" y="288000"/>
            <a:ext cx="178420" cy="6120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lang="en-US" sz="1800" b="0" i="0" u="none" strike="noStrike" cap="none" dirty="0">
              <a:solidFill>
                <a:srgbClr val="FFFFFF"/>
              </a:solidFill>
              <a:latin typeface="Calibri"/>
              <a:ea typeface="Calibri"/>
              <a:cs typeface="Calibri"/>
              <a:sym typeface="Calibri"/>
            </a:endParaRPr>
          </a:p>
        </p:txBody>
      </p:sp>
      <p:cxnSp>
        <p:nvCxnSpPr>
          <p:cNvPr id="160" name="Google Shape;160;p1"/>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61" name="Google Shape;161;p1"/>
          <p:cNvSpPr txBox="1"/>
          <p:nvPr/>
        </p:nvSpPr>
        <p:spPr>
          <a:xfrm>
            <a:off x="1583474" y="5952542"/>
            <a:ext cx="3378819" cy="276999"/>
          </a:xfrm>
          <a:prstGeom prst="rect">
            <a:avLst/>
          </a:prstGeom>
          <a:noFill/>
          <a:ln>
            <a:noFill/>
          </a:ln>
        </p:spPr>
        <p:txBody>
          <a:bodyPr spcFirstLastPara="1" wrap="square" lIns="91425" tIns="45700" rIns="91425" bIns="45700" anchor="t" anchorCtr="0">
            <a:spAutoFit/>
          </a:bodyPr>
          <a:lstStyle/>
          <a:p>
            <a:r>
              <a:rPr lang="en-US" sz="1200" dirty="0">
                <a:latin typeface="Arial" panose="020B0604020202020204" pitchFamily="34" charset="0"/>
                <a:cs typeface="Arial" panose="020B0604020202020204" pitchFamily="34" charset="0"/>
              </a:rPr>
              <a:t>Warsaw, 8</a:t>
            </a:r>
            <a:r>
              <a:rPr lang="en-US" sz="1200" baseline="30000" dirty="0">
                <a:latin typeface="Arial" panose="020B0604020202020204" pitchFamily="34" charset="0"/>
                <a:cs typeface="Arial" panose="020B0604020202020204" pitchFamily="34" charset="0"/>
              </a:rPr>
              <a:t>th</a:t>
            </a:r>
            <a:r>
              <a:rPr lang="en-US" sz="1200" dirty="0">
                <a:latin typeface="Arial" panose="020B0604020202020204" pitchFamily="34" charset="0"/>
                <a:cs typeface="Arial" panose="020B0604020202020204" pitchFamily="34" charset="0"/>
              </a:rPr>
              <a:t> of February 2026</a:t>
            </a:r>
          </a:p>
        </p:txBody>
      </p:sp>
      <p:sp>
        <p:nvSpPr>
          <p:cNvPr id="162" name="Google Shape;162;p1"/>
          <p:cNvSpPr txBox="1"/>
          <p:nvPr/>
        </p:nvSpPr>
        <p:spPr>
          <a:xfrm>
            <a:off x="1583474" y="3587610"/>
            <a:ext cx="6480600" cy="369291"/>
          </a:xfrm>
          <a:prstGeom prst="rect">
            <a:avLst/>
          </a:prstGeom>
          <a:noFill/>
          <a:ln>
            <a:noFill/>
          </a:ln>
        </p:spPr>
        <p:txBody>
          <a:bodyPr spcFirstLastPara="1" wrap="square" lIns="91425" tIns="45700" rIns="91425" bIns="45700" anchor="t" anchorCtr="0">
            <a:spAutoFit/>
          </a:bodyPr>
          <a:lstStyle/>
          <a:p>
            <a:r>
              <a:rPr lang="en-US" sz="1800" dirty="0">
                <a:latin typeface="Arial" panose="020B0604020202020204" pitchFamily="34" charset="0"/>
                <a:cs typeface="Arial" panose="020B0604020202020204" pitchFamily="34" charset="0"/>
              </a:rPr>
              <a:t>Introduction to Reinforcement Learning</a:t>
            </a:r>
          </a:p>
        </p:txBody>
      </p:sp>
      <p:cxnSp>
        <p:nvCxnSpPr>
          <p:cNvPr id="163" name="Google Shape;163;p1"/>
          <p:cNvCxnSpPr/>
          <p:nvPr/>
        </p:nvCxnSpPr>
        <p:spPr>
          <a:xfrm>
            <a:off x="1583474" y="3956901"/>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64" name="Google Shape;164;p1"/>
          <p:cNvSpPr txBox="1"/>
          <p:nvPr/>
        </p:nvSpPr>
        <p:spPr>
          <a:xfrm>
            <a:off x="1583474" y="2294907"/>
            <a:ext cx="7200000" cy="830956"/>
          </a:xfrm>
          <a:prstGeom prst="rect">
            <a:avLst/>
          </a:prstGeom>
          <a:noFill/>
          <a:ln>
            <a:noFill/>
          </a:ln>
        </p:spPr>
        <p:txBody>
          <a:bodyPr spcFirstLastPara="1" wrap="square" lIns="91425" tIns="45700" rIns="91425" bIns="45700" anchor="t" anchorCtr="0">
            <a:spAutoFit/>
          </a:bodyPr>
          <a:lstStyle/>
          <a:p>
            <a:r>
              <a:rPr lang="en-US" sz="2400" b="1" dirty="0">
                <a:latin typeface="+mn-lt"/>
                <a:cs typeface="Arial" panose="020B0604020202020204" pitchFamily="34" charset="0"/>
              </a:rPr>
              <a:t>Blackjack using Double Q-learning </a:t>
            </a:r>
          </a:p>
          <a:p>
            <a:r>
              <a:rPr lang="en-US" sz="2400" b="1" dirty="0">
                <a:latin typeface="+mn-lt"/>
                <a:cs typeface="Arial" panose="020B0604020202020204" pitchFamily="34" charset="0"/>
              </a:rPr>
              <a:t>and </a:t>
            </a:r>
            <a:r>
              <a:rPr lang="en-US" sz="2400" b="1" i="1" dirty="0">
                <a:latin typeface="+mn-lt"/>
              </a:rPr>
              <a:t>A2C with GAE(</a:t>
            </a:r>
            <a:r>
              <a:rPr lang="en-US" sz="2400" b="1" i="1" dirty="0" err="1">
                <a:latin typeface="+mn-lt"/>
              </a:rPr>
              <a:t>λ</a:t>
            </a:r>
            <a:r>
              <a:rPr lang="en-US" sz="2400" b="1" i="1" dirty="0">
                <a:latin typeface="+mn-lt"/>
              </a:rPr>
              <a:t>) (actor-critic)</a:t>
            </a:r>
            <a:r>
              <a:rPr lang="en-US" sz="2400" b="1" dirty="0">
                <a:latin typeface="+mn-lt"/>
              </a:rPr>
              <a:t> </a:t>
            </a:r>
            <a:r>
              <a:rPr lang="en-US" sz="2400" b="1" dirty="0">
                <a:latin typeface="+mn-lt"/>
                <a:cs typeface="Arial" panose="020B0604020202020204" pitchFamily="34" charset="0"/>
              </a:rPr>
              <a:t> </a:t>
            </a:r>
            <a:endParaRPr lang="en-US" sz="2400" b="1" dirty="0">
              <a:latin typeface="+mn-lt"/>
              <a:ea typeface="Times New Roman" panose="02020603050405020304" pitchFamily="18" charset="0"/>
              <a:cs typeface="Arial" panose="020B0604020202020204" pitchFamily="34" charset="0"/>
            </a:endParaRPr>
          </a:p>
        </p:txBody>
      </p:sp>
      <p:sp>
        <p:nvSpPr>
          <p:cNvPr id="165" name="Google Shape;165;p1"/>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Arial"/>
                <a:ea typeface="Arial"/>
                <a:cs typeface="Arial"/>
                <a:sym typeface="Arial"/>
              </a:rPr>
              <a:t>Piotr Radziszewski, Andrzej Żernaczuk</a:t>
            </a:r>
            <a:endParaRPr lang="en-US" dirty="0"/>
          </a:p>
        </p:txBody>
      </p:sp>
      <p:pic>
        <p:nvPicPr>
          <p:cNvPr id="166" name="Google Shape;166;p1"/>
          <p:cNvPicPr preferRelativeResize="0"/>
          <p:nvPr/>
        </p:nvPicPr>
        <p:blipFill rotWithShape="1">
          <a:blip r:embed="rId3">
            <a:alphaModFix/>
          </a:blip>
          <a:srcRect/>
          <a:stretch/>
        </p:blipFill>
        <p:spPr>
          <a:xfrm>
            <a:off x="1490356" y="376370"/>
            <a:ext cx="3958468" cy="11237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cxnSp>
        <p:nvCxnSpPr>
          <p:cNvPr id="185" name="Google Shape;185;p3"/>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86" name="Google Shape;186;p3"/>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lvl="0" algn="r">
              <a:buSzPts val="1200"/>
            </a:pPr>
            <a:r>
              <a:rPr lang="pl-PL" sz="1200" dirty="0"/>
              <a:t>Piotr Radziszewski, Andrzej </a:t>
            </a:r>
            <a:r>
              <a:rPr lang="pl-PL" sz="1200" dirty="0" err="1"/>
              <a:t>Żernaczuk</a:t>
            </a:r>
            <a:endParaRPr lang="pl-PL" sz="1200" dirty="0"/>
          </a:p>
        </p:txBody>
      </p:sp>
      <p:cxnSp>
        <p:nvCxnSpPr>
          <p:cNvPr id="187" name="Google Shape;187;p3"/>
          <p:cNvCxnSpPr/>
          <p:nvPr/>
        </p:nvCxnSpPr>
        <p:spPr>
          <a:xfrm>
            <a:off x="1080000" y="288001"/>
            <a:ext cx="0" cy="6300000"/>
          </a:xfrm>
          <a:prstGeom prst="straightConnector1">
            <a:avLst/>
          </a:prstGeom>
          <a:noFill/>
          <a:ln w="9525" cap="flat" cmpd="sng">
            <a:solidFill>
              <a:srgbClr val="C00000"/>
            </a:solidFill>
            <a:prstDash val="solid"/>
            <a:miter lim="800000"/>
            <a:headEnd type="none" w="sm" len="sm"/>
            <a:tailEnd type="none" w="sm" len="sm"/>
          </a:ln>
        </p:spPr>
      </p:cxnSp>
      <p:pic>
        <p:nvPicPr>
          <p:cNvPr id="188" name="Google Shape;188;p3"/>
          <p:cNvPicPr preferRelativeResize="0"/>
          <p:nvPr/>
        </p:nvPicPr>
        <p:blipFill rotWithShape="1">
          <a:blip r:embed="rId3">
            <a:alphaModFix/>
          </a:blip>
          <a:srcRect/>
          <a:stretch/>
        </p:blipFill>
        <p:spPr>
          <a:xfrm rot="-5400000">
            <a:off x="-1501574" y="1771573"/>
            <a:ext cx="4193631" cy="1190483"/>
          </a:xfrm>
          <a:prstGeom prst="rect">
            <a:avLst/>
          </a:prstGeom>
          <a:noFill/>
          <a:ln>
            <a:noFill/>
          </a:ln>
        </p:spPr>
      </p:pic>
      <p:sp>
        <p:nvSpPr>
          <p:cNvPr id="190" name="Google Shape;190;p3"/>
          <p:cNvSpPr/>
          <p:nvPr/>
        </p:nvSpPr>
        <p:spPr>
          <a:xfrm>
            <a:off x="360527" y="6085541"/>
            <a:ext cx="216000" cy="144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
          <p:cNvSpPr txBox="1"/>
          <p:nvPr/>
        </p:nvSpPr>
        <p:spPr>
          <a:xfrm>
            <a:off x="576527" y="6042029"/>
            <a:ext cx="215995"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000" b="1" dirty="0">
                <a:solidFill>
                  <a:srgbClr val="FF0000"/>
                </a:solidFill>
                <a:latin typeface="Calibri"/>
                <a:cs typeface="Calibri"/>
                <a:sym typeface="Calibri"/>
              </a:rPr>
              <a:t>2</a:t>
            </a:r>
            <a:endParaRPr dirty="0"/>
          </a:p>
        </p:txBody>
      </p:sp>
      <p:cxnSp>
        <p:nvCxnSpPr>
          <p:cNvPr id="192" name="Google Shape;192;p3"/>
          <p:cNvCxnSpPr/>
          <p:nvPr/>
        </p:nvCxnSpPr>
        <p:spPr>
          <a:xfrm>
            <a:off x="1524750" y="1190705"/>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93" name="Google Shape;193;p3"/>
          <p:cNvSpPr txBox="1"/>
          <p:nvPr/>
        </p:nvSpPr>
        <p:spPr>
          <a:xfrm>
            <a:off x="1583474" y="548667"/>
            <a:ext cx="6139543"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b="1" dirty="0">
                <a:solidFill>
                  <a:schemeClr val="dk1"/>
                </a:solidFill>
              </a:rPr>
              <a:t>Game </a:t>
            </a:r>
            <a:r>
              <a:rPr lang="pl-PL" sz="2400" b="1" dirty="0" err="1">
                <a:solidFill>
                  <a:schemeClr val="dk1"/>
                </a:solidFill>
              </a:rPr>
              <a:t>description</a:t>
            </a:r>
            <a:r>
              <a:rPr lang="pl-PL" sz="2400" b="1" dirty="0">
                <a:solidFill>
                  <a:schemeClr val="dk1"/>
                </a:solidFill>
                <a:latin typeface="Arial"/>
                <a:ea typeface="Arial"/>
                <a:cs typeface="Arial"/>
                <a:sym typeface="Arial"/>
              </a:rPr>
              <a:t> </a:t>
            </a:r>
            <a:endParaRPr dirty="0"/>
          </a:p>
        </p:txBody>
      </p:sp>
      <p:sp>
        <p:nvSpPr>
          <p:cNvPr id="6" name="Google Shape;210;p4">
            <a:extLst>
              <a:ext uri="{FF2B5EF4-FFF2-40B4-BE49-F238E27FC236}">
                <a16:creationId xmlns:a16="http://schemas.microsoft.com/office/drawing/2014/main" id="{83200D56-15C4-3F7E-490C-63FE089DA773}"/>
              </a:ext>
            </a:extLst>
          </p:cNvPr>
          <p:cNvSpPr txBox="1"/>
          <p:nvPr/>
        </p:nvSpPr>
        <p:spPr>
          <a:xfrm>
            <a:off x="1583474" y="1277225"/>
            <a:ext cx="6784670" cy="4247276"/>
          </a:xfrm>
          <a:prstGeom prst="rect">
            <a:avLst/>
          </a:prstGeom>
          <a:noFill/>
          <a:ln>
            <a:noFill/>
          </a:ln>
        </p:spPr>
        <p:txBody>
          <a:bodyPr spcFirstLastPara="1" wrap="square" lIns="91425" tIns="45700" rIns="91425" bIns="45700" anchor="t" anchorCtr="0">
            <a:spAutoFit/>
          </a:bodyPr>
          <a:lstStyle/>
          <a:p>
            <a:pPr lvl="0" eaLnBrk="0" fontAlgn="base" hangingPunct="0">
              <a:lnSpc>
                <a:spcPct val="150000"/>
              </a:lnSpc>
              <a:spcBef>
                <a:spcPct val="0"/>
              </a:spcBef>
              <a:spcAft>
                <a:spcPct val="0"/>
              </a:spcAft>
              <a:buClrTx/>
            </a:pPr>
            <a:r>
              <a:rPr lang="en-US" altLang="en-US" sz="1800" b="1" dirty="0">
                <a:solidFill>
                  <a:schemeClr val="tx1"/>
                </a:solidFill>
                <a:latin typeface="Calibri" panose="020F0502020204030204" pitchFamily="34" charset="0"/>
                <a:cs typeface="Calibri" panose="020F0502020204030204" pitchFamily="34" charset="0"/>
              </a:rPr>
              <a:t>Environment: </a:t>
            </a:r>
            <a:r>
              <a:rPr lang="en-US" altLang="en-US" sz="1800" dirty="0">
                <a:solidFill>
                  <a:schemeClr val="tx1"/>
                </a:solidFill>
                <a:latin typeface="Calibri" panose="020F0502020204030204" pitchFamily="34" charset="0"/>
                <a:cs typeface="Calibri" panose="020F0502020204030204" pitchFamily="34" charset="0"/>
              </a:rPr>
              <a:t>Gymnasium Blackjack-v1</a:t>
            </a:r>
          </a:p>
          <a:p>
            <a:pPr lvl="0" eaLnBrk="0" fontAlgn="base" hangingPunct="0">
              <a:lnSpc>
                <a:spcPct val="150000"/>
              </a:lnSpc>
              <a:spcBef>
                <a:spcPct val="0"/>
              </a:spcBef>
              <a:spcAft>
                <a:spcPct val="0"/>
              </a:spcAft>
              <a:buClrTx/>
            </a:pPr>
            <a:endParaRPr lang="en-US" altLang="en-US" sz="1800" dirty="0">
              <a:solidFill>
                <a:schemeClr val="tx1"/>
              </a:solidFill>
              <a:latin typeface="Calibri" panose="020F0502020204030204" pitchFamily="34" charset="0"/>
              <a:cs typeface="Calibri" panose="020F0502020204030204" pitchFamily="34" charset="0"/>
            </a:endParaRPr>
          </a:p>
          <a:p>
            <a:pPr lvl="0" eaLnBrk="0" fontAlgn="base" hangingPunct="0">
              <a:lnSpc>
                <a:spcPct val="150000"/>
              </a:lnSpc>
              <a:spcBef>
                <a:spcPct val="0"/>
              </a:spcBef>
              <a:spcAft>
                <a:spcPct val="0"/>
              </a:spcAft>
              <a:buClrTx/>
            </a:pPr>
            <a:r>
              <a:rPr lang="en-US" altLang="en-US" sz="1800" dirty="0">
                <a:solidFill>
                  <a:schemeClr val="tx1"/>
                </a:solidFill>
                <a:latin typeface="Calibri" panose="020F0502020204030204" pitchFamily="34" charset="0"/>
                <a:cs typeface="Calibri" panose="020F0502020204030204" pitchFamily="34" charset="0"/>
              </a:rPr>
              <a:t>The game starts with the dealer having one face up and one face down card, while the player has two face up cards. All cards are drawn from an infinite deck.</a:t>
            </a:r>
          </a:p>
          <a:p>
            <a:pPr lvl="0" eaLnBrk="0" fontAlgn="base" hangingPunct="0">
              <a:lnSpc>
                <a:spcPct val="150000"/>
              </a:lnSpc>
              <a:spcBef>
                <a:spcPct val="0"/>
              </a:spcBef>
              <a:spcAft>
                <a:spcPct val="0"/>
              </a:spcAft>
              <a:buClrTx/>
            </a:pPr>
            <a:endParaRPr lang="en-US" altLang="en-US" sz="1800" dirty="0">
              <a:solidFill>
                <a:schemeClr val="tx1"/>
              </a:solidFill>
              <a:latin typeface="Calibri" panose="020F0502020204030204" pitchFamily="34" charset="0"/>
              <a:cs typeface="Calibri" panose="020F0502020204030204" pitchFamily="34" charset="0"/>
            </a:endParaRPr>
          </a:p>
          <a:p>
            <a:pPr lvl="0" eaLnBrk="0" fontAlgn="base" hangingPunct="0">
              <a:lnSpc>
                <a:spcPct val="150000"/>
              </a:lnSpc>
              <a:spcBef>
                <a:spcPct val="0"/>
              </a:spcBef>
              <a:spcAft>
                <a:spcPct val="0"/>
              </a:spcAft>
              <a:buClrTx/>
            </a:pPr>
            <a:r>
              <a:rPr lang="en-US" altLang="en-US" sz="1800" b="1" dirty="0">
                <a:solidFill>
                  <a:schemeClr val="tx1"/>
                </a:solidFill>
                <a:latin typeface="Calibri" panose="020F0502020204030204" pitchFamily="34" charset="0"/>
                <a:cs typeface="Calibri" panose="020F0502020204030204" pitchFamily="34" charset="0"/>
              </a:rPr>
              <a:t>The card values are:</a:t>
            </a:r>
          </a:p>
          <a:p>
            <a:pPr marL="285750" lvl="0" indent="-285750" eaLnBrk="0" fontAlgn="base" hangingPunct="0">
              <a:lnSpc>
                <a:spcPct val="150000"/>
              </a:lnSpc>
              <a:spcBef>
                <a:spcPct val="0"/>
              </a:spcBef>
              <a:spcAft>
                <a:spcPct val="0"/>
              </a:spcAft>
              <a:buClrTx/>
              <a:buFont typeface="Arial" panose="020B0604020202020204" pitchFamily="34" charset="0"/>
              <a:buChar char="•"/>
            </a:pPr>
            <a:r>
              <a:rPr lang="en-US" altLang="en-US" sz="1800" dirty="0">
                <a:solidFill>
                  <a:schemeClr val="tx1"/>
                </a:solidFill>
                <a:latin typeface="Calibri" panose="020F0502020204030204" pitchFamily="34" charset="0"/>
                <a:cs typeface="Calibri" panose="020F0502020204030204" pitchFamily="34" charset="0"/>
              </a:rPr>
              <a:t>Face cards (Jack, Queen, King) have a point value of 10.</a:t>
            </a:r>
          </a:p>
          <a:p>
            <a:pPr marL="285750" lvl="0" indent="-285750" eaLnBrk="0" fontAlgn="base" hangingPunct="0">
              <a:lnSpc>
                <a:spcPct val="150000"/>
              </a:lnSpc>
              <a:spcBef>
                <a:spcPct val="0"/>
              </a:spcBef>
              <a:spcAft>
                <a:spcPct val="0"/>
              </a:spcAft>
              <a:buClrTx/>
              <a:buFont typeface="Arial" panose="020B0604020202020204" pitchFamily="34" charset="0"/>
              <a:buChar char="•"/>
            </a:pPr>
            <a:r>
              <a:rPr lang="en-US" altLang="en-US" sz="1800" dirty="0">
                <a:solidFill>
                  <a:schemeClr val="tx1"/>
                </a:solidFill>
                <a:latin typeface="Calibri" panose="020F0502020204030204" pitchFamily="34" charset="0"/>
                <a:cs typeface="Calibri" panose="020F0502020204030204" pitchFamily="34" charset="0"/>
              </a:rPr>
              <a:t>Aces can either count as 11 (called a ‘usable ace’) or 1.</a:t>
            </a:r>
          </a:p>
          <a:p>
            <a:pPr marL="285750" lvl="0" indent="-285750" eaLnBrk="0" fontAlgn="base" hangingPunct="0">
              <a:lnSpc>
                <a:spcPct val="150000"/>
              </a:lnSpc>
              <a:spcBef>
                <a:spcPct val="0"/>
              </a:spcBef>
              <a:spcAft>
                <a:spcPct val="0"/>
              </a:spcAft>
              <a:buClrTx/>
              <a:buFont typeface="Arial" panose="020B0604020202020204" pitchFamily="34" charset="0"/>
              <a:buChar char="•"/>
            </a:pPr>
            <a:r>
              <a:rPr lang="en-US" altLang="en-US" sz="1800" dirty="0">
                <a:solidFill>
                  <a:schemeClr val="tx1"/>
                </a:solidFill>
                <a:latin typeface="Calibri" panose="020F0502020204030204" pitchFamily="34" charset="0"/>
                <a:cs typeface="Calibri" panose="020F0502020204030204" pitchFamily="34" charset="0"/>
              </a:rPr>
              <a:t>Numerical cards (2-10) have a value equal to their number.</a:t>
            </a:r>
          </a:p>
        </p:txBody>
      </p:sp>
    </p:spTree>
    <p:extLst>
      <p:ext uri="{BB962C8B-B14F-4D97-AF65-F5344CB8AC3E}">
        <p14:creationId xmlns:p14="http://schemas.microsoft.com/office/powerpoint/2010/main" val="268668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801D225E-C327-0C88-01D5-9B2022453B29}"/>
            </a:ext>
          </a:extLst>
        </p:cNvPr>
        <p:cNvGrpSpPr/>
        <p:nvPr/>
      </p:nvGrpSpPr>
      <p:grpSpPr>
        <a:xfrm>
          <a:off x="0" y="0"/>
          <a:ext cx="0" cy="0"/>
          <a:chOff x="0" y="0"/>
          <a:chExt cx="0" cy="0"/>
        </a:xfrm>
      </p:grpSpPr>
      <p:cxnSp>
        <p:nvCxnSpPr>
          <p:cNvPr id="185" name="Google Shape;185;p3">
            <a:extLst>
              <a:ext uri="{FF2B5EF4-FFF2-40B4-BE49-F238E27FC236}">
                <a16:creationId xmlns:a16="http://schemas.microsoft.com/office/drawing/2014/main" id="{9DBA0EB9-04BD-085B-39C7-279DBB193C70}"/>
              </a:ext>
            </a:extLst>
          </p:cNvPr>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86" name="Google Shape;186;p3">
            <a:extLst>
              <a:ext uri="{FF2B5EF4-FFF2-40B4-BE49-F238E27FC236}">
                <a16:creationId xmlns:a16="http://schemas.microsoft.com/office/drawing/2014/main" id="{91C47D0E-2796-E52B-9C6B-8719E443A8B6}"/>
              </a:ext>
            </a:extLst>
          </p:cNvPr>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lvl="0" algn="r">
              <a:buSzPts val="1200"/>
            </a:pPr>
            <a:r>
              <a:rPr lang="pl-PL" sz="1200" dirty="0"/>
              <a:t>Piotr Radziszewski, Andrzej </a:t>
            </a:r>
            <a:r>
              <a:rPr lang="pl-PL" sz="1200" dirty="0" err="1"/>
              <a:t>Żernaczuk</a:t>
            </a:r>
            <a:endParaRPr lang="pl-PL" sz="1200" dirty="0"/>
          </a:p>
        </p:txBody>
      </p:sp>
      <p:cxnSp>
        <p:nvCxnSpPr>
          <p:cNvPr id="187" name="Google Shape;187;p3">
            <a:extLst>
              <a:ext uri="{FF2B5EF4-FFF2-40B4-BE49-F238E27FC236}">
                <a16:creationId xmlns:a16="http://schemas.microsoft.com/office/drawing/2014/main" id="{F0510036-FA83-A624-E457-35FC3495FEBD}"/>
              </a:ext>
            </a:extLst>
          </p:cNvPr>
          <p:cNvCxnSpPr/>
          <p:nvPr/>
        </p:nvCxnSpPr>
        <p:spPr>
          <a:xfrm>
            <a:off x="1080000" y="288001"/>
            <a:ext cx="0" cy="6300000"/>
          </a:xfrm>
          <a:prstGeom prst="straightConnector1">
            <a:avLst/>
          </a:prstGeom>
          <a:noFill/>
          <a:ln w="9525" cap="flat" cmpd="sng">
            <a:solidFill>
              <a:srgbClr val="C00000"/>
            </a:solidFill>
            <a:prstDash val="solid"/>
            <a:miter lim="800000"/>
            <a:headEnd type="none" w="sm" len="sm"/>
            <a:tailEnd type="none" w="sm" len="sm"/>
          </a:ln>
        </p:spPr>
      </p:cxnSp>
      <p:pic>
        <p:nvPicPr>
          <p:cNvPr id="188" name="Google Shape;188;p3">
            <a:extLst>
              <a:ext uri="{FF2B5EF4-FFF2-40B4-BE49-F238E27FC236}">
                <a16:creationId xmlns:a16="http://schemas.microsoft.com/office/drawing/2014/main" id="{D32A2E8C-B70F-0912-5CDE-9245D8C6591D}"/>
              </a:ext>
            </a:extLst>
          </p:cNvPr>
          <p:cNvPicPr preferRelativeResize="0"/>
          <p:nvPr/>
        </p:nvPicPr>
        <p:blipFill rotWithShape="1">
          <a:blip r:embed="rId3">
            <a:alphaModFix/>
          </a:blip>
          <a:srcRect/>
          <a:stretch/>
        </p:blipFill>
        <p:spPr>
          <a:xfrm rot="-5400000">
            <a:off x="-1501574" y="1771573"/>
            <a:ext cx="4193631" cy="1190483"/>
          </a:xfrm>
          <a:prstGeom prst="rect">
            <a:avLst/>
          </a:prstGeom>
          <a:noFill/>
          <a:ln>
            <a:noFill/>
          </a:ln>
        </p:spPr>
      </p:pic>
      <p:sp>
        <p:nvSpPr>
          <p:cNvPr id="190" name="Google Shape;190;p3">
            <a:extLst>
              <a:ext uri="{FF2B5EF4-FFF2-40B4-BE49-F238E27FC236}">
                <a16:creationId xmlns:a16="http://schemas.microsoft.com/office/drawing/2014/main" id="{939F2786-2275-1B1C-E927-D42E3B5D2B94}"/>
              </a:ext>
            </a:extLst>
          </p:cNvPr>
          <p:cNvSpPr/>
          <p:nvPr/>
        </p:nvSpPr>
        <p:spPr>
          <a:xfrm>
            <a:off x="360527" y="6085541"/>
            <a:ext cx="216000" cy="144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
            <a:extLst>
              <a:ext uri="{FF2B5EF4-FFF2-40B4-BE49-F238E27FC236}">
                <a16:creationId xmlns:a16="http://schemas.microsoft.com/office/drawing/2014/main" id="{539C8CD2-28A8-580D-DDB3-D447F2AF03EA}"/>
              </a:ext>
            </a:extLst>
          </p:cNvPr>
          <p:cNvSpPr txBox="1"/>
          <p:nvPr/>
        </p:nvSpPr>
        <p:spPr>
          <a:xfrm>
            <a:off x="576527" y="6042029"/>
            <a:ext cx="215995"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000" b="1" dirty="0">
                <a:solidFill>
                  <a:srgbClr val="FF0000"/>
                </a:solidFill>
                <a:latin typeface="Calibri"/>
                <a:cs typeface="Calibri"/>
                <a:sym typeface="Calibri"/>
              </a:rPr>
              <a:t>3</a:t>
            </a:r>
            <a:endParaRPr dirty="0"/>
          </a:p>
        </p:txBody>
      </p:sp>
      <p:cxnSp>
        <p:nvCxnSpPr>
          <p:cNvPr id="192" name="Google Shape;192;p3">
            <a:extLst>
              <a:ext uri="{FF2B5EF4-FFF2-40B4-BE49-F238E27FC236}">
                <a16:creationId xmlns:a16="http://schemas.microsoft.com/office/drawing/2014/main" id="{7C9ED609-F653-36FD-1518-B1FD1EF74724}"/>
              </a:ext>
            </a:extLst>
          </p:cNvPr>
          <p:cNvCxnSpPr/>
          <p:nvPr/>
        </p:nvCxnSpPr>
        <p:spPr>
          <a:xfrm>
            <a:off x="1524750" y="1190705"/>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93" name="Google Shape;193;p3">
            <a:extLst>
              <a:ext uri="{FF2B5EF4-FFF2-40B4-BE49-F238E27FC236}">
                <a16:creationId xmlns:a16="http://schemas.microsoft.com/office/drawing/2014/main" id="{9625BA1F-FC89-A6BA-6CAD-BE0D7334C918}"/>
              </a:ext>
            </a:extLst>
          </p:cNvPr>
          <p:cNvSpPr txBox="1"/>
          <p:nvPr/>
        </p:nvSpPr>
        <p:spPr>
          <a:xfrm>
            <a:off x="1583474" y="548667"/>
            <a:ext cx="6139543"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b="1" dirty="0">
                <a:solidFill>
                  <a:schemeClr val="dk1"/>
                </a:solidFill>
              </a:rPr>
              <a:t>Game </a:t>
            </a:r>
            <a:r>
              <a:rPr lang="pl-PL" sz="2400" b="1" dirty="0" err="1">
                <a:solidFill>
                  <a:schemeClr val="dk1"/>
                </a:solidFill>
              </a:rPr>
              <a:t>description</a:t>
            </a:r>
            <a:r>
              <a:rPr lang="pl-PL" sz="2400" b="1" dirty="0">
                <a:solidFill>
                  <a:schemeClr val="dk1"/>
                </a:solidFill>
              </a:rPr>
              <a:t> </a:t>
            </a:r>
            <a:r>
              <a:rPr lang="pl-PL" sz="2400" b="1" dirty="0" err="1">
                <a:solidFill>
                  <a:schemeClr val="dk1"/>
                </a:solidFill>
              </a:rPr>
              <a:t>cont’d</a:t>
            </a:r>
            <a:r>
              <a:rPr lang="pl-PL" sz="2400" b="1" dirty="0">
                <a:solidFill>
                  <a:schemeClr val="dk1"/>
                </a:solidFill>
                <a:latin typeface="Arial"/>
                <a:ea typeface="Arial"/>
                <a:cs typeface="Arial"/>
                <a:sym typeface="Arial"/>
              </a:rPr>
              <a:t> </a:t>
            </a:r>
            <a:endParaRPr dirty="0"/>
          </a:p>
        </p:txBody>
      </p:sp>
      <p:sp>
        <p:nvSpPr>
          <p:cNvPr id="6" name="Google Shape;210;p4">
            <a:extLst>
              <a:ext uri="{FF2B5EF4-FFF2-40B4-BE49-F238E27FC236}">
                <a16:creationId xmlns:a16="http://schemas.microsoft.com/office/drawing/2014/main" id="{7262A531-73BB-A02A-1557-5214FDDBBC79}"/>
              </a:ext>
            </a:extLst>
          </p:cNvPr>
          <p:cNvSpPr txBox="1"/>
          <p:nvPr/>
        </p:nvSpPr>
        <p:spPr>
          <a:xfrm>
            <a:off x="1583474" y="1277225"/>
            <a:ext cx="6784670" cy="4247276"/>
          </a:xfrm>
          <a:prstGeom prst="rect">
            <a:avLst/>
          </a:prstGeom>
          <a:noFill/>
          <a:ln>
            <a:noFill/>
          </a:ln>
        </p:spPr>
        <p:txBody>
          <a:bodyPr spcFirstLastPara="1" wrap="square" lIns="91425" tIns="45700" rIns="91425" bIns="45700" anchor="t" anchorCtr="0">
            <a:spAutoFit/>
          </a:bodyPr>
          <a:lstStyle/>
          <a:p>
            <a:pPr lvl="0" eaLnBrk="0" fontAlgn="base" hangingPunct="0">
              <a:lnSpc>
                <a:spcPct val="150000"/>
              </a:lnSpc>
              <a:spcBef>
                <a:spcPct val="0"/>
              </a:spcBef>
              <a:spcAft>
                <a:spcPct val="0"/>
              </a:spcAft>
              <a:buClrTx/>
            </a:pPr>
            <a:r>
              <a:rPr lang="en-US" altLang="en-US" sz="1800" dirty="0">
                <a:solidFill>
                  <a:schemeClr val="tx1"/>
                </a:solidFill>
                <a:latin typeface="Calibri" panose="020F0502020204030204" pitchFamily="34" charset="0"/>
                <a:cs typeface="Calibri" panose="020F0502020204030204" pitchFamily="34" charset="0"/>
              </a:rPr>
              <a:t>The player has the sum of cards held. The player can request additional cards (hit) until they decide to stop (stick) or exceed 21 (bust, immediate loss).</a:t>
            </a:r>
          </a:p>
          <a:p>
            <a:pPr lvl="0" eaLnBrk="0" fontAlgn="base" hangingPunct="0">
              <a:lnSpc>
                <a:spcPct val="150000"/>
              </a:lnSpc>
              <a:spcBef>
                <a:spcPct val="0"/>
              </a:spcBef>
              <a:spcAft>
                <a:spcPct val="0"/>
              </a:spcAft>
              <a:buClrTx/>
            </a:pPr>
            <a:endParaRPr lang="en-US" altLang="en-US" sz="1800" dirty="0">
              <a:solidFill>
                <a:schemeClr val="tx1"/>
              </a:solidFill>
              <a:latin typeface="Calibri" panose="020F0502020204030204" pitchFamily="34" charset="0"/>
              <a:cs typeface="Calibri" panose="020F0502020204030204" pitchFamily="34" charset="0"/>
            </a:endParaRPr>
          </a:p>
          <a:p>
            <a:pPr lvl="0" eaLnBrk="0" fontAlgn="base" hangingPunct="0">
              <a:lnSpc>
                <a:spcPct val="150000"/>
              </a:lnSpc>
              <a:spcBef>
                <a:spcPct val="0"/>
              </a:spcBef>
              <a:spcAft>
                <a:spcPct val="0"/>
              </a:spcAft>
              <a:buClrTx/>
            </a:pPr>
            <a:r>
              <a:rPr lang="en-US" altLang="en-US" sz="1800" dirty="0">
                <a:solidFill>
                  <a:schemeClr val="tx1"/>
                </a:solidFill>
                <a:latin typeface="Calibri" panose="020F0502020204030204" pitchFamily="34" charset="0"/>
                <a:cs typeface="Calibri" panose="020F0502020204030204" pitchFamily="34" charset="0"/>
              </a:rPr>
              <a:t>After the player sticks, the dealer reveals their facedown card and draws cards until their sum is 17 or greater. If the dealer goes bust, the player wins.</a:t>
            </a:r>
          </a:p>
          <a:p>
            <a:pPr lvl="0" eaLnBrk="0" fontAlgn="base" hangingPunct="0">
              <a:lnSpc>
                <a:spcPct val="150000"/>
              </a:lnSpc>
              <a:spcBef>
                <a:spcPct val="0"/>
              </a:spcBef>
              <a:spcAft>
                <a:spcPct val="0"/>
              </a:spcAft>
              <a:buClrTx/>
            </a:pPr>
            <a:endParaRPr lang="en-US" altLang="en-US" sz="1800" dirty="0">
              <a:solidFill>
                <a:schemeClr val="tx1"/>
              </a:solidFill>
              <a:latin typeface="Calibri" panose="020F0502020204030204" pitchFamily="34" charset="0"/>
              <a:cs typeface="Calibri" panose="020F0502020204030204" pitchFamily="34" charset="0"/>
            </a:endParaRPr>
          </a:p>
          <a:p>
            <a:pPr lvl="0" eaLnBrk="0" fontAlgn="base" hangingPunct="0">
              <a:lnSpc>
                <a:spcPct val="150000"/>
              </a:lnSpc>
              <a:spcBef>
                <a:spcPct val="0"/>
              </a:spcBef>
              <a:spcAft>
                <a:spcPct val="0"/>
              </a:spcAft>
              <a:buClrTx/>
            </a:pPr>
            <a:r>
              <a:rPr lang="en-US" altLang="en-US" sz="1800" dirty="0">
                <a:solidFill>
                  <a:schemeClr val="tx1"/>
                </a:solidFill>
                <a:latin typeface="Calibri" panose="020F0502020204030204" pitchFamily="34" charset="0"/>
                <a:cs typeface="Calibri" panose="020F0502020204030204" pitchFamily="34" charset="0"/>
              </a:rPr>
              <a:t>If neither the player nor the dealer busts, the outcome (win, lose, draw) is decided by whose sum is closer to 21.</a:t>
            </a:r>
          </a:p>
        </p:txBody>
      </p:sp>
    </p:spTree>
    <p:extLst>
      <p:ext uri="{BB962C8B-B14F-4D97-AF65-F5344CB8AC3E}">
        <p14:creationId xmlns:p14="http://schemas.microsoft.com/office/powerpoint/2010/main" val="36406077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800E3CA4-553F-6E1A-5472-0B2B12B0D67C}"/>
            </a:ext>
          </a:extLst>
        </p:cNvPr>
        <p:cNvGrpSpPr/>
        <p:nvPr/>
      </p:nvGrpSpPr>
      <p:grpSpPr>
        <a:xfrm>
          <a:off x="0" y="0"/>
          <a:ext cx="0" cy="0"/>
          <a:chOff x="0" y="0"/>
          <a:chExt cx="0" cy="0"/>
        </a:xfrm>
      </p:grpSpPr>
      <p:cxnSp>
        <p:nvCxnSpPr>
          <p:cNvPr id="185" name="Google Shape;185;p3">
            <a:extLst>
              <a:ext uri="{FF2B5EF4-FFF2-40B4-BE49-F238E27FC236}">
                <a16:creationId xmlns:a16="http://schemas.microsoft.com/office/drawing/2014/main" id="{18FCFD9B-EF7A-A09F-98FE-0B917F81DC1D}"/>
              </a:ext>
            </a:extLst>
          </p:cNvPr>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86" name="Google Shape;186;p3">
            <a:extLst>
              <a:ext uri="{FF2B5EF4-FFF2-40B4-BE49-F238E27FC236}">
                <a16:creationId xmlns:a16="http://schemas.microsoft.com/office/drawing/2014/main" id="{0DE020CD-D437-ED68-7C24-4F20900611D5}"/>
              </a:ext>
            </a:extLst>
          </p:cNvPr>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lvl="0" algn="r">
              <a:buSzPts val="1200"/>
            </a:pPr>
            <a:r>
              <a:rPr lang="pl-PL" sz="1200" dirty="0"/>
              <a:t>Piotr Radziszewski, Andrzej </a:t>
            </a:r>
            <a:r>
              <a:rPr lang="pl-PL" sz="1200" dirty="0" err="1"/>
              <a:t>Żernaczuk</a:t>
            </a:r>
            <a:endParaRPr lang="pl-PL" sz="1200" dirty="0"/>
          </a:p>
        </p:txBody>
      </p:sp>
      <p:cxnSp>
        <p:nvCxnSpPr>
          <p:cNvPr id="187" name="Google Shape;187;p3">
            <a:extLst>
              <a:ext uri="{FF2B5EF4-FFF2-40B4-BE49-F238E27FC236}">
                <a16:creationId xmlns:a16="http://schemas.microsoft.com/office/drawing/2014/main" id="{2209BE96-1AE2-D41E-366A-F8428861BAAA}"/>
              </a:ext>
            </a:extLst>
          </p:cNvPr>
          <p:cNvCxnSpPr/>
          <p:nvPr/>
        </p:nvCxnSpPr>
        <p:spPr>
          <a:xfrm>
            <a:off x="1080000" y="288001"/>
            <a:ext cx="0" cy="6300000"/>
          </a:xfrm>
          <a:prstGeom prst="straightConnector1">
            <a:avLst/>
          </a:prstGeom>
          <a:noFill/>
          <a:ln w="9525" cap="flat" cmpd="sng">
            <a:solidFill>
              <a:srgbClr val="C00000"/>
            </a:solidFill>
            <a:prstDash val="solid"/>
            <a:miter lim="800000"/>
            <a:headEnd type="none" w="sm" len="sm"/>
            <a:tailEnd type="none" w="sm" len="sm"/>
          </a:ln>
        </p:spPr>
      </p:cxnSp>
      <p:pic>
        <p:nvPicPr>
          <p:cNvPr id="188" name="Google Shape;188;p3">
            <a:extLst>
              <a:ext uri="{FF2B5EF4-FFF2-40B4-BE49-F238E27FC236}">
                <a16:creationId xmlns:a16="http://schemas.microsoft.com/office/drawing/2014/main" id="{B47F1373-F72E-AB8D-934F-449FE9BA2D0B}"/>
              </a:ext>
            </a:extLst>
          </p:cNvPr>
          <p:cNvPicPr preferRelativeResize="0"/>
          <p:nvPr/>
        </p:nvPicPr>
        <p:blipFill rotWithShape="1">
          <a:blip r:embed="rId3">
            <a:alphaModFix/>
          </a:blip>
          <a:srcRect/>
          <a:stretch/>
        </p:blipFill>
        <p:spPr>
          <a:xfrm rot="-5400000">
            <a:off x="-1501574" y="1771573"/>
            <a:ext cx="4193631" cy="1190483"/>
          </a:xfrm>
          <a:prstGeom prst="rect">
            <a:avLst/>
          </a:prstGeom>
          <a:noFill/>
          <a:ln>
            <a:noFill/>
          </a:ln>
        </p:spPr>
      </p:pic>
      <p:sp>
        <p:nvSpPr>
          <p:cNvPr id="190" name="Google Shape;190;p3">
            <a:extLst>
              <a:ext uri="{FF2B5EF4-FFF2-40B4-BE49-F238E27FC236}">
                <a16:creationId xmlns:a16="http://schemas.microsoft.com/office/drawing/2014/main" id="{8D7C4E3F-359A-858E-006E-7BA7E3CE9BB9}"/>
              </a:ext>
            </a:extLst>
          </p:cNvPr>
          <p:cNvSpPr/>
          <p:nvPr/>
        </p:nvSpPr>
        <p:spPr>
          <a:xfrm>
            <a:off x="360527" y="6085541"/>
            <a:ext cx="216000" cy="144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
            <a:extLst>
              <a:ext uri="{FF2B5EF4-FFF2-40B4-BE49-F238E27FC236}">
                <a16:creationId xmlns:a16="http://schemas.microsoft.com/office/drawing/2014/main" id="{C3E2F2E7-2343-6735-C568-7A2329457D2E}"/>
              </a:ext>
            </a:extLst>
          </p:cNvPr>
          <p:cNvSpPr txBox="1"/>
          <p:nvPr/>
        </p:nvSpPr>
        <p:spPr>
          <a:xfrm>
            <a:off x="576527" y="6042029"/>
            <a:ext cx="215995"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000" b="1" dirty="0">
                <a:solidFill>
                  <a:srgbClr val="FF0000"/>
                </a:solidFill>
                <a:latin typeface="Calibri"/>
                <a:cs typeface="Calibri"/>
                <a:sym typeface="Calibri"/>
              </a:rPr>
              <a:t>4</a:t>
            </a:r>
            <a:endParaRPr dirty="0"/>
          </a:p>
        </p:txBody>
      </p:sp>
      <p:cxnSp>
        <p:nvCxnSpPr>
          <p:cNvPr id="192" name="Google Shape;192;p3">
            <a:extLst>
              <a:ext uri="{FF2B5EF4-FFF2-40B4-BE49-F238E27FC236}">
                <a16:creationId xmlns:a16="http://schemas.microsoft.com/office/drawing/2014/main" id="{BBA9648E-CDFE-43A1-0242-DD2903C88995}"/>
              </a:ext>
            </a:extLst>
          </p:cNvPr>
          <p:cNvCxnSpPr/>
          <p:nvPr/>
        </p:nvCxnSpPr>
        <p:spPr>
          <a:xfrm>
            <a:off x="1524750" y="1190705"/>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93" name="Google Shape;193;p3">
            <a:extLst>
              <a:ext uri="{FF2B5EF4-FFF2-40B4-BE49-F238E27FC236}">
                <a16:creationId xmlns:a16="http://schemas.microsoft.com/office/drawing/2014/main" id="{423E6A3B-F204-0C16-8329-2900ED041D65}"/>
              </a:ext>
            </a:extLst>
          </p:cNvPr>
          <p:cNvSpPr txBox="1"/>
          <p:nvPr/>
        </p:nvSpPr>
        <p:spPr>
          <a:xfrm>
            <a:off x="1583474" y="548667"/>
            <a:ext cx="6139543"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b="1" dirty="0">
                <a:solidFill>
                  <a:schemeClr val="dk1"/>
                </a:solidFill>
                <a:latin typeface="Arial"/>
                <a:ea typeface="Arial"/>
                <a:cs typeface="Arial"/>
                <a:sym typeface="Arial"/>
              </a:rPr>
              <a:t>Environment </a:t>
            </a:r>
            <a:endParaRPr dirty="0"/>
          </a:p>
        </p:txBody>
      </p:sp>
      <p:sp>
        <p:nvSpPr>
          <p:cNvPr id="6" name="Google Shape;210;p4">
            <a:extLst>
              <a:ext uri="{FF2B5EF4-FFF2-40B4-BE49-F238E27FC236}">
                <a16:creationId xmlns:a16="http://schemas.microsoft.com/office/drawing/2014/main" id="{5B2ED6B3-5C35-14AF-953C-9F12C72B2179}"/>
              </a:ext>
            </a:extLst>
          </p:cNvPr>
          <p:cNvSpPr txBox="1"/>
          <p:nvPr/>
        </p:nvSpPr>
        <p:spPr>
          <a:xfrm>
            <a:off x="1583474" y="1485569"/>
            <a:ext cx="6784670" cy="3416279"/>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chemeClr val="dk1"/>
              </a:buClr>
              <a:buSzPts val="1800"/>
              <a:buFont typeface="Arial"/>
              <a:buChar char="•"/>
            </a:pPr>
            <a:r>
              <a:rPr lang="pl-PL" sz="1800" b="1" dirty="0" err="1">
                <a:solidFill>
                  <a:schemeClr val="dk1"/>
                </a:solidFill>
                <a:latin typeface="Calibri" panose="020F0502020204030204" pitchFamily="34" charset="0"/>
                <a:ea typeface="Calibri"/>
                <a:cs typeface="Calibri" panose="020F0502020204030204" pitchFamily="34" charset="0"/>
                <a:sym typeface="Calibri"/>
              </a:rPr>
              <a:t>Starting</a:t>
            </a:r>
            <a:r>
              <a:rPr lang="pl-PL" sz="1800" b="1" dirty="0">
                <a:solidFill>
                  <a:schemeClr val="dk1"/>
                </a:solidFill>
                <a:latin typeface="Calibri" panose="020F0502020204030204" pitchFamily="34" charset="0"/>
                <a:ea typeface="Calibri"/>
                <a:cs typeface="Calibri" panose="020F0502020204030204" pitchFamily="34" charset="0"/>
                <a:sym typeface="Calibri"/>
              </a:rPr>
              <a:t> </a:t>
            </a:r>
            <a:r>
              <a:rPr lang="pl-PL" sz="1800" b="1" dirty="0" err="1">
                <a:solidFill>
                  <a:schemeClr val="dk1"/>
                </a:solidFill>
                <a:latin typeface="Calibri" panose="020F0502020204030204" pitchFamily="34" charset="0"/>
                <a:ea typeface="Calibri"/>
                <a:cs typeface="Calibri" panose="020F0502020204030204" pitchFamily="34" charset="0"/>
                <a:sym typeface="Calibri"/>
              </a:rPr>
              <a:t>state</a:t>
            </a:r>
            <a:r>
              <a:rPr lang="pl-PL" sz="1800" b="1" dirty="0">
                <a:solidFill>
                  <a:schemeClr val="dk1"/>
                </a:solidFill>
                <a:latin typeface="Calibri" panose="020F0502020204030204" pitchFamily="34" charset="0"/>
                <a:ea typeface="Calibri"/>
                <a:cs typeface="Calibri" panose="020F0502020204030204" pitchFamily="34" charset="0"/>
                <a:sym typeface="Calibri"/>
              </a:rPr>
              <a:t>:</a:t>
            </a:r>
          </a:p>
          <a:p>
            <a:pPr marL="571500" marR="0" lvl="0" indent="-285750" algn="l" rtl="0">
              <a:lnSpc>
                <a:spcPct val="150000"/>
              </a:lnSpc>
              <a:spcBef>
                <a:spcPts val="0"/>
              </a:spcBef>
              <a:spcAft>
                <a:spcPts val="0"/>
              </a:spcAft>
              <a:buClr>
                <a:schemeClr val="dk1"/>
              </a:buClr>
              <a:buSzPts val="1800"/>
              <a:buFont typeface="Wingdings" pitchFamily="2" charset="2"/>
              <a:buChar char="§"/>
            </a:pPr>
            <a:r>
              <a:rPr lang="pl-PL" sz="1800" dirty="0">
                <a:solidFill>
                  <a:schemeClr val="dk1"/>
                </a:solidFill>
                <a:latin typeface="Calibri" panose="020F0502020204030204" pitchFamily="34" charset="0"/>
                <a:ea typeface="Calibri"/>
                <a:cs typeface="Calibri" panose="020F0502020204030204" pitchFamily="34" charset="0"/>
                <a:sym typeface="Calibri"/>
              </a:rPr>
              <a:t>Player </a:t>
            </a:r>
            <a:r>
              <a:rPr lang="pl-PL" sz="1800" dirty="0" err="1">
                <a:solidFill>
                  <a:schemeClr val="dk1"/>
                </a:solidFill>
                <a:latin typeface="Calibri" panose="020F0502020204030204" pitchFamily="34" charset="0"/>
                <a:ea typeface="Calibri"/>
                <a:cs typeface="Calibri" panose="020F0502020204030204" pitchFamily="34" charset="0"/>
                <a:sym typeface="Calibri"/>
              </a:rPr>
              <a:t>current</a:t>
            </a:r>
            <a:r>
              <a:rPr lang="pl-PL" sz="1800" dirty="0">
                <a:solidFill>
                  <a:schemeClr val="dk1"/>
                </a:solidFill>
                <a:latin typeface="Calibri" panose="020F0502020204030204" pitchFamily="34" charset="0"/>
                <a:ea typeface="Calibri"/>
                <a:cs typeface="Calibri" panose="020F0502020204030204" pitchFamily="34" charset="0"/>
                <a:sym typeface="Calibri"/>
              </a:rPr>
              <a:t> sum: {4, 5, …, 21}</a:t>
            </a:r>
          </a:p>
          <a:p>
            <a:pPr marL="571500" marR="0" lvl="0" indent="-285750" algn="l" rtl="0">
              <a:lnSpc>
                <a:spcPct val="150000"/>
              </a:lnSpc>
              <a:spcBef>
                <a:spcPts val="0"/>
              </a:spcBef>
              <a:spcAft>
                <a:spcPts val="0"/>
              </a:spcAft>
              <a:buClr>
                <a:schemeClr val="dk1"/>
              </a:buClr>
              <a:buSzPts val="1800"/>
              <a:buFont typeface="Wingdings" pitchFamily="2" charset="2"/>
              <a:buChar char="§"/>
            </a:pPr>
            <a:r>
              <a:rPr lang="pl-PL" sz="1800" dirty="0">
                <a:solidFill>
                  <a:schemeClr val="dk1"/>
                </a:solidFill>
                <a:latin typeface="Calibri" panose="020F0502020204030204" pitchFamily="34" charset="0"/>
                <a:ea typeface="Calibri"/>
                <a:cs typeface="Calibri" panose="020F0502020204030204" pitchFamily="34" charset="0"/>
                <a:sym typeface="Calibri"/>
              </a:rPr>
              <a:t>Dealer </a:t>
            </a:r>
            <a:r>
              <a:rPr lang="pl-PL" sz="1800" dirty="0" err="1">
                <a:solidFill>
                  <a:schemeClr val="dk1"/>
                </a:solidFill>
                <a:latin typeface="Calibri" panose="020F0502020204030204" pitchFamily="34" charset="0"/>
                <a:ea typeface="Calibri"/>
                <a:cs typeface="Calibri" panose="020F0502020204030204" pitchFamily="34" charset="0"/>
                <a:sym typeface="Calibri"/>
              </a:rPr>
              <a:t>showing</a:t>
            </a:r>
            <a:r>
              <a:rPr lang="pl-PL" sz="1800" dirty="0">
                <a:solidFill>
                  <a:schemeClr val="dk1"/>
                </a:solidFill>
                <a:latin typeface="Calibri" panose="020F0502020204030204" pitchFamily="34" charset="0"/>
                <a:ea typeface="Calibri"/>
                <a:cs typeface="Calibri" panose="020F0502020204030204" pitchFamily="34" charset="0"/>
                <a:sym typeface="Calibri"/>
              </a:rPr>
              <a:t> </a:t>
            </a:r>
            <a:r>
              <a:rPr lang="pl-PL" sz="1800" dirty="0" err="1">
                <a:solidFill>
                  <a:schemeClr val="dk1"/>
                </a:solidFill>
                <a:latin typeface="Calibri" panose="020F0502020204030204" pitchFamily="34" charset="0"/>
                <a:ea typeface="Calibri"/>
                <a:cs typeface="Calibri" panose="020F0502020204030204" pitchFamily="34" charset="0"/>
                <a:sym typeface="Calibri"/>
              </a:rPr>
              <a:t>card</a:t>
            </a:r>
            <a:r>
              <a:rPr lang="pl-PL" sz="1800" dirty="0">
                <a:solidFill>
                  <a:schemeClr val="dk1"/>
                </a:solidFill>
                <a:latin typeface="Calibri" panose="020F0502020204030204" pitchFamily="34" charset="0"/>
                <a:ea typeface="Calibri"/>
                <a:cs typeface="Calibri" panose="020F0502020204030204" pitchFamily="34" charset="0"/>
                <a:sym typeface="Calibri"/>
              </a:rPr>
              <a:t> </a:t>
            </a:r>
            <a:r>
              <a:rPr lang="pl-PL" sz="1800" dirty="0" err="1">
                <a:solidFill>
                  <a:schemeClr val="dk1"/>
                </a:solidFill>
                <a:latin typeface="Calibri" panose="020F0502020204030204" pitchFamily="34" charset="0"/>
                <a:ea typeface="Calibri"/>
                <a:cs typeface="Calibri" panose="020F0502020204030204" pitchFamily="34" charset="0"/>
                <a:sym typeface="Calibri"/>
              </a:rPr>
              <a:t>value</a:t>
            </a:r>
            <a:r>
              <a:rPr lang="pl-PL" sz="1800" dirty="0">
                <a:solidFill>
                  <a:schemeClr val="dk1"/>
                </a:solidFill>
                <a:latin typeface="Calibri" panose="020F0502020204030204" pitchFamily="34" charset="0"/>
                <a:ea typeface="Calibri"/>
                <a:cs typeface="Calibri" panose="020F0502020204030204" pitchFamily="34" charset="0"/>
                <a:sym typeface="Calibri"/>
              </a:rPr>
              <a:t>: {1, 2, …, 10}</a:t>
            </a:r>
          </a:p>
          <a:p>
            <a:pPr marL="571500" marR="0" lvl="0" indent="-285750" algn="l" rtl="0">
              <a:lnSpc>
                <a:spcPct val="150000"/>
              </a:lnSpc>
              <a:spcBef>
                <a:spcPts val="0"/>
              </a:spcBef>
              <a:spcAft>
                <a:spcPts val="0"/>
              </a:spcAft>
              <a:buClr>
                <a:schemeClr val="dk1"/>
              </a:buClr>
              <a:buSzPts val="1800"/>
              <a:buFont typeface="Wingdings" pitchFamily="2" charset="2"/>
              <a:buChar char="§"/>
            </a:pPr>
            <a:r>
              <a:rPr lang="pl-PL" sz="1800" dirty="0" err="1">
                <a:solidFill>
                  <a:schemeClr val="dk1"/>
                </a:solidFill>
                <a:latin typeface="Calibri" panose="020F0502020204030204" pitchFamily="34" charset="0"/>
                <a:ea typeface="Calibri"/>
                <a:cs typeface="Calibri" panose="020F0502020204030204" pitchFamily="34" charset="0"/>
                <a:sym typeface="Calibri"/>
              </a:rPr>
              <a:t>Usable</a:t>
            </a:r>
            <a:r>
              <a:rPr lang="pl-PL" sz="1800" dirty="0">
                <a:solidFill>
                  <a:schemeClr val="dk1"/>
                </a:solidFill>
                <a:latin typeface="Calibri" panose="020F0502020204030204" pitchFamily="34" charset="0"/>
                <a:ea typeface="Calibri"/>
                <a:cs typeface="Calibri" panose="020F0502020204030204" pitchFamily="34" charset="0"/>
                <a:sym typeface="Calibri"/>
              </a:rPr>
              <a:t> Ace: {0, 1}</a:t>
            </a:r>
          </a:p>
          <a:p>
            <a:pPr marL="285750" marR="0" lvl="0" indent="-274638" algn="l" rtl="0">
              <a:lnSpc>
                <a:spcPct val="150000"/>
              </a:lnSpc>
              <a:spcBef>
                <a:spcPts val="0"/>
              </a:spcBef>
              <a:spcAft>
                <a:spcPts val="0"/>
              </a:spcAft>
              <a:buClr>
                <a:schemeClr val="dk1"/>
              </a:buClr>
              <a:buSzPts val="1800"/>
            </a:pPr>
            <a:endParaRPr lang="pl-PL" sz="1800" dirty="0">
              <a:solidFill>
                <a:schemeClr val="dk1"/>
              </a:solidFill>
              <a:latin typeface="Calibri" panose="020F0502020204030204" pitchFamily="34" charset="0"/>
              <a:ea typeface="Calibri"/>
              <a:cs typeface="Calibri" panose="020F0502020204030204" pitchFamily="34" charset="0"/>
              <a:sym typeface="Calibri"/>
            </a:endParaRPr>
          </a:p>
          <a:p>
            <a:pPr marL="11113" lvl="0">
              <a:lnSpc>
                <a:spcPct val="150000"/>
              </a:lnSpc>
              <a:buClr>
                <a:schemeClr val="dk1"/>
              </a:buClr>
              <a:buSzPts val="1800"/>
            </a:pPr>
            <a:r>
              <a:rPr lang="en-US" sz="1800" dirty="0">
                <a:latin typeface="Calibri" panose="020F0502020204030204" pitchFamily="34" charset="0"/>
                <a:cs typeface="Calibri" panose="020F0502020204030204" pitchFamily="34" charset="0"/>
              </a:rPr>
              <a:t>The observation consists of a 3-tuple containing: the player’s current sum, the value of the dealer’s one showing card (1-10 where 1 is ace), and whether the player holds a usable ace (0 or 1)</a:t>
            </a:r>
          </a:p>
        </p:txBody>
      </p:sp>
    </p:spTree>
    <p:extLst>
      <p:ext uri="{BB962C8B-B14F-4D97-AF65-F5344CB8AC3E}">
        <p14:creationId xmlns:p14="http://schemas.microsoft.com/office/powerpoint/2010/main" val="33181097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7F8197E2-01A9-0DF9-0C25-84A13CB977AD}"/>
            </a:ext>
          </a:extLst>
        </p:cNvPr>
        <p:cNvGrpSpPr/>
        <p:nvPr/>
      </p:nvGrpSpPr>
      <p:grpSpPr>
        <a:xfrm>
          <a:off x="0" y="0"/>
          <a:ext cx="0" cy="0"/>
          <a:chOff x="0" y="0"/>
          <a:chExt cx="0" cy="0"/>
        </a:xfrm>
      </p:grpSpPr>
      <p:cxnSp>
        <p:nvCxnSpPr>
          <p:cNvPr id="185" name="Google Shape;185;p3">
            <a:extLst>
              <a:ext uri="{FF2B5EF4-FFF2-40B4-BE49-F238E27FC236}">
                <a16:creationId xmlns:a16="http://schemas.microsoft.com/office/drawing/2014/main" id="{186087E5-B5F1-C1A0-A455-69CE040299BA}"/>
              </a:ext>
            </a:extLst>
          </p:cNvPr>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86" name="Google Shape;186;p3">
            <a:extLst>
              <a:ext uri="{FF2B5EF4-FFF2-40B4-BE49-F238E27FC236}">
                <a16:creationId xmlns:a16="http://schemas.microsoft.com/office/drawing/2014/main" id="{61818AF2-9CB9-339D-D83E-C353EED358AF}"/>
              </a:ext>
            </a:extLst>
          </p:cNvPr>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lvl="0" algn="r">
              <a:buSzPts val="1200"/>
            </a:pPr>
            <a:r>
              <a:rPr lang="pl-PL" sz="1200" dirty="0"/>
              <a:t>Piotr Radziszewski, Andrzej </a:t>
            </a:r>
            <a:r>
              <a:rPr lang="pl-PL" sz="1200" dirty="0" err="1"/>
              <a:t>Żernaczuk</a:t>
            </a:r>
            <a:endParaRPr lang="pl-PL" sz="1200" dirty="0"/>
          </a:p>
        </p:txBody>
      </p:sp>
      <p:cxnSp>
        <p:nvCxnSpPr>
          <p:cNvPr id="187" name="Google Shape;187;p3">
            <a:extLst>
              <a:ext uri="{FF2B5EF4-FFF2-40B4-BE49-F238E27FC236}">
                <a16:creationId xmlns:a16="http://schemas.microsoft.com/office/drawing/2014/main" id="{ABECF84F-5AC7-6D46-A383-5849169DFA5B}"/>
              </a:ext>
            </a:extLst>
          </p:cNvPr>
          <p:cNvCxnSpPr/>
          <p:nvPr/>
        </p:nvCxnSpPr>
        <p:spPr>
          <a:xfrm>
            <a:off x="1080000" y="288001"/>
            <a:ext cx="0" cy="6300000"/>
          </a:xfrm>
          <a:prstGeom prst="straightConnector1">
            <a:avLst/>
          </a:prstGeom>
          <a:noFill/>
          <a:ln w="9525" cap="flat" cmpd="sng">
            <a:solidFill>
              <a:srgbClr val="C00000"/>
            </a:solidFill>
            <a:prstDash val="solid"/>
            <a:miter lim="800000"/>
            <a:headEnd type="none" w="sm" len="sm"/>
            <a:tailEnd type="none" w="sm" len="sm"/>
          </a:ln>
        </p:spPr>
      </p:cxnSp>
      <p:pic>
        <p:nvPicPr>
          <p:cNvPr id="188" name="Google Shape;188;p3">
            <a:extLst>
              <a:ext uri="{FF2B5EF4-FFF2-40B4-BE49-F238E27FC236}">
                <a16:creationId xmlns:a16="http://schemas.microsoft.com/office/drawing/2014/main" id="{778E87F9-7235-E502-551B-E9D25E270E4B}"/>
              </a:ext>
            </a:extLst>
          </p:cNvPr>
          <p:cNvPicPr preferRelativeResize="0"/>
          <p:nvPr/>
        </p:nvPicPr>
        <p:blipFill rotWithShape="1">
          <a:blip r:embed="rId3">
            <a:alphaModFix/>
          </a:blip>
          <a:srcRect/>
          <a:stretch/>
        </p:blipFill>
        <p:spPr>
          <a:xfrm rot="-5400000">
            <a:off x="-1501574" y="1771573"/>
            <a:ext cx="4193631" cy="1190483"/>
          </a:xfrm>
          <a:prstGeom prst="rect">
            <a:avLst/>
          </a:prstGeom>
          <a:noFill/>
          <a:ln>
            <a:noFill/>
          </a:ln>
        </p:spPr>
      </p:pic>
      <p:sp>
        <p:nvSpPr>
          <p:cNvPr id="190" name="Google Shape;190;p3">
            <a:extLst>
              <a:ext uri="{FF2B5EF4-FFF2-40B4-BE49-F238E27FC236}">
                <a16:creationId xmlns:a16="http://schemas.microsoft.com/office/drawing/2014/main" id="{658D2402-7C36-82DE-884D-DE167632FDA5}"/>
              </a:ext>
            </a:extLst>
          </p:cNvPr>
          <p:cNvSpPr/>
          <p:nvPr/>
        </p:nvSpPr>
        <p:spPr>
          <a:xfrm>
            <a:off x="360527" y="6085541"/>
            <a:ext cx="216000" cy="144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
            <a:extLst>
              <a:ext uri="{FF2B5EF4-FFF2-40B4-BE49-F238E27FC236}">
                <a16:creationId xmlns:a16="http://schemas.microsoft.com/office/drawing/2014/main" id="{F3E7D353-4DC9-8FF1-5F26-1977E19B768E}"/>
              </a:ext>
            </a:extLst>
          </p:cNvPr>
          <p:cNvSpPr txBox="1"/>
          <p:nvPr/>
        </p:nvSpPr>
        <p:spPr>
          <a:xfrm>
            <a:off x="576527" y="6042029"/>
            <a:ext cx="215995"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000" b="1" dirty="0">
                <a:solidFill>
                  <a:srgbClr val="FF0000"/>
                </a:solidFill>
                <a:latin typeface="Calibri"/>
                <a:cs typeface="Calibri"/>
                <a:sym typeface="Calibri"/>
              </a:rPr>
              <a:t>5</a:t>
            </a:r>
            <a:endParaRPr dirty="0"/>
          </a:p>
        </p:txBody>
      </p:sp>
      <p:cxnSp>
        <p:nvCxnSpPr>
          <p:cNvPr id="192" name="Google Shape;192;p3">
            <a:extLst>
              <a:ext uri="{FF2B5EF4-FFF2-40B4-BE49-F238E27FC236}">
                <a16:creationId xmlns:a16="http://schemas.microsoft.com/office/drawing/2014/main" id="{26F54CAF-8175-3018-2C28-1E4A0E727CBB}"/>
              </a:ext>
            </a:extLst>
          </p:cNvPr>
          <p:cNvCxnSpPr/>
          <p:nvPr/>
        </p:nvCxnSpPr>
        <p:spPr>
          <a:xfrm>
            <a:off x="1524750" y="1190705"/>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93" name="Google Shape;193;p3">
            <a:extLst>
              <a:ext uri="{FF2B5EF4-FFF2-40B4-BE49-F238E27FC236}">
                <a16:creationId xmlns:a16="http://schemas.microsoft.com/office/drawing/2014/main" id="{55CAD1E9-899E-1741-7102-DBAA5AFAC7A7}"/>
              </a:ext>
            </a:extLst>
          </p:cNvPr>
          <p:cNvSpPr txBox="1"/>
          <p:nvPr/>
        </p:nvSpPr>
        <p:spPr>
          <a:xfrm>
            <a:off x="1583474" y="548667"/>
            <a:ext cx="6139543"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b="1" dirty="0">
                <a:solidFill>
                  <a:schemeClr val="dk1"/>
                </a:solidFill>
                <a:latin typeface="Arial"/>
                <a:ea typeface="Arial"/>
                <a:cs typeface="Arial"/>
                <a:sym typeface="Arial"/>
              </a:rPr>
              <a:t>Environment </a:t>
            </a:r>
            <a:r>
              <a:rPr lang="pl-PL" sz="2400" b="1" dirty="0" err="1">
                <a:solidFill>
                  <a:schemeClr val="dk1"/>
                </a:solidFill>
                <a:latin typeface="Arial"/>
                <a:ea typeface="Arial"/>
                <a:cs typeface="Arial"/>
                <a:sym typeface="Arial"/>
              </a:rPr>
              <a:t>cont’d</a:t>
            </a:r>
            <a:r>
              <a:rPr lang="pl-PL" sz="2400" b="1" dirty="0">
                <a:solidFill>
                  <a:schemeClr val="dk1"/>
                </a:solidFill>
                <a:latin typeface="Arial"/>
                <a:ea typeface="Arial"/>
                <a:cs typeface="Arial"/>
                <a:sym typeface="Arial"/>
              </a:rPr>
              <a:t> </a:t>
            </a:r>
            <a:endParaRPr dirty="0"/>
          </a:p>
        </p:txBody>
      </p:sp>
      <p:sp>
        <p:nvSpPr>
          <p:cNvPr id="6" name="Google Shape;210;p4">
            <a:extLst>
              <a:ext uri="{FF2B5EF4-FFF2-40B4-BE49-F238E27FC236}">
                <a16:creationId xmlns:a16="http://schemas.microsoft.com/office/drawing/2014/main" id="{1D7964D5-CEFF-70D7-E66B-13FC2F8DFEE7}"/>
              </a:ext>
            </a:extLst>
          </p:cNvPr>
          <p:cNvSpPr txBox="1"/>
          <p:nvPr/>
        </p:nvSpPr>
        <p:spPr>
          <a:xfrm>
            <a:off x="1583474" y="1314363"/>
            <a:ext cx="6784670" cy="3831778"/>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chemeClr val="dk1"/>
              </a:buClr>
              <a:buSzPts val="1800"/>
              <a:buFont typeface="Arial"/>
              <a:buChar char="•"/>
            </a:pPr>
            <a:r>
              <a:rPr lang="pl-PL" sz="1800" b="1" dirty="0" err="1">
                <a:solidFill>
                  <a:schemeClr val="dk1"/>
                </a:solidFill>
                <a:latin typeface="Calibri"/>
                <a:ea typeface="Calibri"/>
                <a:cs typeface="Calibri"/>
                <a:sym typeface="Calibri"/>
              </a:rPr>
              <a:t>Actions</a:t>
            </a:r>
            <a:r>
              <a:rPr lang="pl-PL" sz="1800" b="1" dirty="0">
                <a:solidFill>
                  <a:schemeClr val="dk1"/>
                </a:solidFill>
                <a:latin typeface="Calibri"/>
                <a:ea typeface="Calibri"/>
                <a:cs typeface="Calibri"/>
                <a:sym typeface="Calibri"/>
              </a:rPr>
              <a:t>:</a:t>
            </a:r>
          </a:p>
          <a:p>
            <a:pPr marL="571500" marR="0" lvl="0" indent="-285750" algn="l" rtl="0">
              <a:lnSpc>
                <a:spcPct val="150000"/>
              </a:lnSpc>
              <a:spcBef>
                <a:spcPts val="0"/>
              </a:spcBef>
              <a:spcAft>
                <a:spcPts val="0"/>
              </a:spcAft>
              <a:buClr>
                <a:schemeClr val="dk1"/>
              </a:buClr>
              <a:buSzPts val="1800"/>
              <a:buFont typeface="Wingdings" pitchFamily="2" charset="2"/>
              <a:buChar char="§"/>
            </a:pPr>
            <a:r>
              <a:rPr lang="pl-PL" sz="1800" dirty="0">
                <a:solidFill>
                  <a:schemeClr val="dk1"/>
                </a:solidFill>
                <a:latin typeface="Calibri"/>
                <a:ea typeface="Calibri"/>
                <a:cs typeface="Calibri"/>
                <a:sym typeface="Calibri"/>
              </a:rPr>
              <a:t>0: </a:t>
            </a:r>
            <a:r>
              <a:rPr lang="pl-PL" sz="1800" dirty="0" err="1">
                <a:solidFill>
                  <a:schemeClr val="dk1"/>
                </a:solidFill>
                <a:latin typeface="Calibri"/>
                <a:ea typeface="Calibri"/>
                <a:cs typeface="Calibri"/>
                <a:sym typeface="Calibri"/>
              </a:rPr>
              <a:t>Stick</a:t>
            </a:r>
            <a:endParaRPr lang="pl-PL" sz="1800" dirty="0">
              <a:solidFill>
                <a:schemeClr val="dk1"/>
              </a:solidFill>
              <a:latin typeface="Calibri"/>
              <a:ea typeface="Calibri"/>
              <a:cs typeface="Calibri"/>
              <a:sym typeface="Calibri"/>
            </a:endParaRPr>
          </a:p>
          <a:p>
            <a:pPr marL="571500" marR="0" lvl="0" indent="-285750" algn="l" rtl="0">
              <a:lnSpc>
                <a:spcPct val="150000"/>
              </a:lnSpc>
              <a:spcBef>
                <a:spcPts val="0"/>
              </a:spcBef>
              <a:spcAft>
                <a:spcPts val="0"/>
              </a:spcAft>
              <a:buClr>
                <a:schemeClr val="dk1"/>
              </a:buClr>
              <a:buSzPts val="1800"/>
              <a:buFont typeface="Wingdings" pitchFamily="2" charset="2"/>
              <a:buChar char="§"/>
            </a:pPr>
            <a:r>
              <a:rPr lang="pl-PL" sz="1800" dirty="0">
                <a:solidFill>
                  <a:schemeClr val="dk1"/>
                </a:solidFill>
                <a:latin typeface="Calibri"/>
                <a:ea typeface="Calibri"/>
                <a:cs typeface="Calibri"/>
                <a:sym typeface="Calibri"/>
              </a:rPr>
              <a:t>1: Hit</a:t>
            </a:r>
          </a:p>
          <a:p>
            <a:pPr marL="285750" marR="0" lvl="0" indent="-285750" algn="l" rtl="0">
              <a:lnSpc>
                <a:spcPct val="150000"/>
              </a:lnSpc>
              <a:spcBef>
                <a:spcPts val="0"/>
              </a:spcBef>
              <a:spcAft>
                <a:spcPts val="0"/>
              </a:spcAft>
              <a:buClr>
                <a:schemeClr val="dk1"/>
              </a:buClr>
              <a:buSzPts val="1800"/>
              <a:buFont typeface="Arial"/>
              <a:buChar char="•"/>
            </a:pPr>
            <a:endParaRPr lang="pl-PL" sz="1800" dirty="0">
              <a:solidFill>
                <a:schemeClr val="dk1"/>
              </a:solidFill>
              <a:latin typeface="Calibri"/>
              <a:ea typeface="Calibri"/>
              <a:cs typeface="Calibri"/>
              <a:sym typeface="Calibri"/>
            </a:endParaRPr>
          </a:p>
          <a:p>
            <a:pPr marL="285750" marR="0" lvl="0" indent="-285750" algn="l" rtl="0">
              <a:lnSpc>
                <a:spcPct val="150000"/>
              </a:lnSpc>
              <a:spcBef>
                <a:spcPts val="0"/>
              </a:spcBef>
              <a:spcAft>
                <a:spcPts val="0"/>
              </a:spcAft>
              <a:buClr>
                <a:schemeClr val="dk1"/>
              </a:buClr>
              <a:buSzPts val="1800"/>
              <a:buFont typeface="Arial"/>
              <a:buChar char="•"/>
            </a:pPr>
            <a:r>
              <a:rPr lang="pl-PL" sz="1800" b="1" dirty="0" err="1">
                <a:solidFill>
                  <a:schemeClr val="dk1"/>
                </a:solidFill>
                <a:latin typeface="Calibri"/>
                <a:ea typeface="Calibri"/>
                <a:cs typeface="Calibri"/>
                <a:sym typeface="Calibri"/>
              </a:rPr>
              <a:t>Episode</a:t>
            </a:r>
            <a:r>
              <a:rPr lang="pl-PL" sz="1800" b="1" dirty="0">
                <a:solidFill>
                  <a:schemeClr val="dk1"/>
                </a:solidFill>
                <a:latin typeface="Calibri"/>
                <a:ea typeface="Calibri"/>
                <a:cs typeface="Calibri"/>
                <a:sym typeface="Calibri"/>
              </a:rPr>
              <a:t> </a:t>
            </a:r>
            <a:r>
              <a:rPr lang="pl-PL" sz="1800" b="1" dirty="0" err="1">
                <a:solidFill>
                  <a:schemeClr val="dk1"/>
                </a:solidFill>
                <a:latin typeface="Calibri"/>
                <a:ea typeface="Calibri"/>
                <a:cs typeface="Calibri"/>
                <a:sym typeface="Calibri"/>
              </a:rPr>
              <a:t>ends</a:t>
            </a:r>
            <a:r>
              <a:rPr lang="pl-PL" sz="1800" b="1" dirty="0">
                <a:solidFill>
                  <a:schemeClr val="dk1"/>
                </a:solidFill>
                <a:latin typeface="Calibri"/>
                <a:ea typeface="Calibri"/>
                <a:cs typeface="Calibri"/>
                <a:sym typeface="Calibri"/>
              </a:rPr>
              <a:t>:</a:t>
            </a:r>
          </a:p>
          <a:p>
            <a:pPr marL="295275" marR="0" lvl="0" indent="280988" algn="l" rtl="0">
              <a:lnSpc>
                <a:spcPct val="150000"/>
              </a:lnSpc>
              <a:spcBef>
                <a:spcPts val="0"/>
              </a:spcBef>
              <a:spcAft>
                <a:spcPts val="0"/>
              </a:spcAft>
              <a:buClr>
                <a:schemeClr val="dk1"/>
              </a:buClr>
              <a:buSzPts val="1800"/>
              <a:buFont typeface="Wingdings" pitchFamily="2" charset="2"/>
              <a:buChar char="§"/>
            </a:pPr>
            <a:r>
              <a:rPr lang="pl-PL" sz="1800" dirty="0">
                <a:solidFill>
                  <a:schemeClr val="dk1"/>
                </a:solidFill>
                <a:latin typeface="Calibri"/>
                <a:ea typeface="Calibri"/>
                <a:cs typeface="Calibri"/>
                <a:sym typeface="Calibri"/>
              </a:rPr>
              <a:t>The </a:t>
            </a:r>
            <a:r>
              <a:rPr lang="pl-PL" sz="1800" dirty="0" err="1">
                <a:solidFill>
                  <a:schemeClr val="dk1"/>
                </a:solidFill>
                <a:latin typeface="Calibri"/>
                <a:ea typeface="Calibri"/>
                <a:cs typeface="Calibri"/>
                <a:sym typeface="Calibri"/>
              </a:rPr>
              <a:t>player</a:t>
            </a:r>
            <a:r>
              <a:rPr lang="pl-PL" sz="1800" dirty="0">
                <a:solidFill>
                  <a:schemeClr val="dk1"/>
                </a:solidFill>
                <a:latin typeface="Calibri"/>
                <a:ea typeface="Calibri"/>
                <a:cs typeface="Calibri"/>
                <a:sym typeface="Calibri"/>
              </a:rPr>
              <a:t> </a:t>
            </a:r>
            <a:r>
              <a:rPr lang="pl-PL" sz="1800" dirty="0" err="1">
                <a:solidFill>
                  <a:schemeClr val="dk1"/>
                </a:solidFill>
                <a:latin typeface="Calibri"/>
                <a:ea typeface="Calibri"/>
                <a:cs typeface="Calibri"/>
                <a:sym typeface="Calibri"/>
              </a:rPr>
              <a:t>hits</a:t>
            </a:r>
            <a:r>
              <a:rPr lang="pl-PL" sz="1800" dirty="0">
                <a:solidFill>
                  <a:schemeClr val="dk1"/>
                </a:solidFill>
                <a:latin typeface="Calibri"/>
                <a:ea typeface="Calibri"/>
                <a:cs typeface="Calibri"/>
                <a:sym typeface="Calibri"/>
              </a:rPr>
              <a:t> and the sum of </a:t>
            </a:r>
            <a:r>
              <a:rPr lang="pl-PL" sz="1800" dirty="0" err="1">
                <a:solidFill>
                  <a:schemeClr val="dk1"/>
                </a:solidFill>
                <a:latin typeface="Calibri"/>
                <a:ea typeface="Calibri"/>
                <a:cs typeface="Calibri"/>
                <a:sym typeface="Calibri"/>
              </a:rPr>
              <a:t>hand</a:t>
            </a:r>
            <a:r>
              <a:rPr lang="pl-PL" sz="1800" dirty="0">
                <a:solidFill>
                  <a:schemeClr val="dk1"/>
                </a:solidFill>
                <a:latin typeface="Calibri"/>
                <a:ea typeface="Calibri"/>
                <a:cs typeface="Calibri"/>
                <a:sym typeface="Calibri"/>
              </a:rPr>
              <a:t> </a:t>
            </a:r>
            <a:r>
              <a:rPr lang="pl-PL" sz="1800" dirty="0" err="1">
                <a:solidFill>
                  <a:schemeClr val="dk1"/>
                </a:solidFill>
                <a:latin typeface="Calibri"/>
                <a:ea typeface="Calibri"/>
                <a:cs typeface="Calibri"/>
                <a:sym typeface="Calibri"/>
              </a:rPr>
              <a:t>exceeds</a:t>
            </a:r>
            <a:r>
              <a:rPr lang="pl-PL" sz="1800" dirty="0">
                <a:solidFill>
                  <a:schemeClr val="dk1"/>
                </a:solidFill>
                <a:latin typeface="Calibri"/>
                <a:ea typeface="Calibri"/>
                <a:cs typeface="Calibri"/>
                <a:sym typeface="Calibri"/>
              </a:rPr>
              <a:t> 21.</a:t>
            </a:r>
          </a:p>
          <a:p>
            <a:pPr marL="295275" marR="0" lvl="0" indent="280988" algn="l" rtl="0">
              <a:lnSpc>
                <a:spcPct val="150000"/>
              </a:lnSpc>
              <a:spcBef>
                <a:spcPts val="0"/>
              </a:spcBef>
              <a:spcAft>
                <a:spcPts val="0"/>
              </a:spcAft>
              <a:buClr>
                <a:schemeClr val="dk1"/>
              </a:buClr>
              <a:buSzPts val="1800"/>
              <a:buFont typeface="Wingdings" pitchFamily="2" charset="2"/>
              <a:buChar char="§"/>
            </a:pPr>
            <a:r>
              <a:rPr lang="pl-PL" sz="1800" dirty="0">
                <a:solidFill>
                  <a:schemeClr val="dk1"/>
                </a:solidFill>
                <a:latin typeface="Calibri"/>
                <a:ea typeface="Calibri"/>
                <a:cs typeface="Calibri"/>
                <a:sym typeface="Calibri"/>
              </a:rPr>
              <a:t>The </a:t>
            </a:r>
            <a:r>
              <a:rPr lang="pl-PL" sz="1800" dirty="0" err="1">
                <a:solidFill>
                  <a:schemeClr val="dk1"/>
                </a:solidFill>
                <a:latin typeface="Calibri"/>
                <a:ea typeface="Calibri"/>
                <a:cs typeface="Calibri"/>
                <a:sym typeface="Calibri"/>
              </a:rPr>
              <a:t>player</a:t>
            </a:r>
            <a:r>
              <a:rPr lang="pl-PL" sz="1800" dirty="0">
                <a:solidFill>
                  <a:schemeClr val="dk1"/>
                </a:solidFill>
                <a:latin typeface="Calibri"/>
                <a:ea typeface="Calibri"/>
                <a:cs typeface="Calibri"/>
                <a:sym typeface="Calibri"/>
              </a:rPr>
              <a:t> </a:t>
            </a:r>
            <a:r>
              <a:rPr lang="pl-PL" sz="1800" dirty="0" err="1">
                <a:solidFill>
                  <a:schemeClr val="dk1"/>
                </a:solidFill>
                <a:latin typeface="Calibri"/>
                <a:ea typeface="Calibri"/>
                <a:cs typeface="Calibri"/>
                <a:sym typeface="Calibri"/>
              </a:rPr>
              <a:t>sticks</a:t>
            </a:r>
            <a:r>
              <a:rPr lang="pl-PL" sz="1800" dirty="0">
                <a:solidFill>
                  <a:schemeClr val="dk1"/>
                </a:solidFill>
                <a:latin typeface="Calibri"/>
                <a:ea typeface="Calibri"/>
                <a:cs typeface="Calibri"/>
                <a:sym typeface="Calibri"/>
              </a:rPr>
              <a:t>.</a:t>
            </a:r>
          </a:p>
          <a:p>
            <a:pPr marL="295275" marR="0" lvl="0" indent="280988" algn="l" rtl="0">
              <a:lnSpc>
                <a:spcPct val="150000"/>
              </a:lnSpc>
              <a:spcBef>
                <a:spcPts val="0"/>
              </a:spcBef>
              <a:spcAft>
                <a:spcPts val="0"/>
              </a:spcAft>
              <a:buClr>
                <a:schemeClr val="dk1"/>
              </a:buClr>
              <a:buSzPts val="1800"/>
              <a:buFont typeface="Wingdings" pitchFamily="2" charset="2"/>
              <a:buChar char="§"/>
            </a:pPr>
            <a:r>
              <a:rPr lang="pl-PL" sz="1800" dirty="0" err="1">
                <a:solidFill>
                  <a:schemeClr val="dk1"/>
                </a:solidFill>
                <a:latin typeface="Calibri"/>
                <a:ea typeface="Calibri"/>
                <a:cs typeface="Calibri"/>
                <a:sym typeface="Calibri"/>
              </a:rPr>
              <a:t>An</a:t>
            </a:r>
            <a:r>
              <a:rPr lang="pl-PL" sz="1800" dirty="0">
                <a:solidFill>
                  <a:schemeClr val="dk1"/>
                </a:solidFill>
                <a:latin typeface="Calibri"/>
                <a:ea typeface="Calibri"/>
                <a:cs typeface="Calibri"/>
                <a:sym typeface="Calibri"/>
              </a:rPr>
              <a:t> </a:t>
            </a:r>
            <a:r>
              <a:rPr lang="pl-PL" sz="1800" dirty="0" err="1">
                <a:solidFill>
                  <a:schemeClr val="dk1"/>
                </a:solidFill>
                <a:latin typeface="Calibri"/>
                <a:ea typeface="Calibri"/>
                <a:cs typeface="Calibri"/>
                <a:sym typeface="Calibri"/>
              </a:rPr>
              <a:t>ace</a:t>
            </a:r>
            <a:r>
              <a:rPr lang="pl-PL" sz="1800" dirty="0">
                <a:solidFill>
                  <a:schemeClr val="dk1"/>
                </a:solidFill>
                <a:latin typeface="Calibri"/>
                <a:ea typeface="Calibri"/>
                <a:cs typeface="Calibri"/>
                <a:sym typeface="Calibri"/>
              </a:rPr>
              <a:t> </a:t>
            </a:r>
            <a:r>
              <a:rPr lang="pl-PL" sz="1800" dirty="0" err="1">
                <a:solidFill>
                  <a:schemeClr val="dk1"/>
                </a:solidFill>
                <a:latin typeface="Calibri"/>
                <a:ea typeface="Calibri"/>
                <a:cs typeface="Calibri"/>
                <a:sym typeface="Calibri"/>
              </a:rPr>
              <a:t>will</a:t>
            </a:r>
            <a:r>
              <a:rPr lang="pl-PL" sz="1800" dirty="0">
                <a:solidFill>
                  <a:schemeClr val="dk1"/>
                </a:solidFill>
                <a:latin typeface="Calibri"/>
                <a:ea typeface="Calibri"/>
                <a:cs typeface="Calibri"/>
                <a:sym typeface="Calibri"/>
              </a:rPr>
              <a:t> </a:t>
            </a:r>
            <a:r>
              <a:rPr lang="pl-PL" sz="1800" dirty="0" err="1">
                <a:solidFill>
                  <a:schemeClr val="dk1"/>
                </a:solidFill>
                <a:latin typeface="Calibri"/>
                <a:ea typeface="Calibri"/>
                <a:cs typeface="Calibri"/>
                <a:sym typeface="Calibri"/>
              </a:rPr>
              <a:t>always</a:t>
            </a:r>
            <a:r>
              <a:rPr lang="pl-PL" sz="1800" dirty="0">
                <a:solidFill>
                  <a:schemeClr val="dk1"/>
                </a:solidFill>
                <a:latin typeface="Calibri"/>
                <a:ea typeface="Calibri"/>
                <a:cs typeface="Calibri"/>
                <a:sym typeface="Calibri"/>
              </a:rPr>
              <a:t> be </a:t>
            </a:r>
            <a:r>
              <a:rPr lang="pl-PL" sz="1800" dirty="0" err="1">
                <a:solidFill>
                  <a:schemeClr val="dk1"/>
                </a:solidFill>
                <a:latin typeface="Calibri"/>
                <a:ea typeface="Calibri"/>
                <a:cs typeface="Calibri"/>
                <a:sym typeface="Calibri"/>
              </a:rPr>
              <a:t>counted</a:t>
            </a:r>
            <a:r>
              <a:rPr lang="pl-PL" sz="1800" dirty="0">
                <a:solidFill>
                  <a:schemeClr val="dk1"/>
                </a:solidFill>
                <a:latin typeface="Calibri"/>
                <a:ea typeface="Calibri"/>
                <a:cs typeface="Calibri"/>
                <a:sym typeface="Calibri"/>
              </a:rPr>
              <a:t> as </a:t>
            </a:r>
            <a:r>
              <a:rPr lang="pl-PL" sz="1800" dirty="0" err="1">
                <a:solidFill>
                  <a:schemeClr val="dk1"/>
                </a:solidFill>
                <a:latin typeface="Calibri"/>
                <a:ea typeface="Calibri"/>
                <a:cs typeface="Calibri"/>
                <a:sym typeface="Calibri"/>
              </a:rPr>
              <a:t>usable</a:t>
            </a:r>
            <a:r>
              <a:rPr lang="pl-PL" sz="1800" dirty="0">
                <a:solidFill>
                  <a:schemeClr val="dk1"/>
                </a:solidFill>
                <a:latin typeface="Calibri"/>
                <a:ea typeface="Calibri"/>
                <a:cs typeface="Calibri"/>
                <a:sym typeface="Calibri"/>
              </a:rPr>
              <a:t> (11) </a:t>
            </a:r>
            <a:r>
              <a:rPr lang="pl-PL" sz="1800" dirty="0" err="1">
                <a:solidFill>
                  <a:schemeClr val="dk1"/>
                </a:solidFill>
                <a:latin typeface="Calibri"/>
                <a:ea typeface="Calibri"/>
                <a:cs typeface="Calibri"/>
                <a:sym typeface="Calibri"/>
              </a:rPr>
              <a:t>unless</a:t>
            </a:r>
            <a:r>
              <a:rPr lang="pl-PL" sz="1800" dirty="0">
                <a:solidFill>
                  <a:schemeClr val="dk1"/>
                </a:solidFill>
                <a:latin typeface="Calibri"/>
                <a:ea typeface="Calibri"/>
                <a:cs typeface="Calibri"/>
                <a:sym typeface="Calibri"/>
              </a:rPr>
              <a:t> </a:t>
            </a:r>
            <a:r>
              <a:rPr lang="pl-PL" sz="1800" dirty="0" err="1">
                <a:solidFill>
                  <a:schemeClr val="dk1"/>
                </a:solidFill>
                <a:latin typeface="Calibri"/>
                <a:ea typeface="Calibri"/>
                <a:cs typeface="Calibri"/>
                <a:sym typeface="Calibri"/>
              </a:rPr>
              <a:t>it</a:t>
            </a:r>
            <a:r>
              <a:rPr lang="pl-PL" sz="1800" dirty="0">
                <a:solidFill>
                  <a:schemeClr val="dk1"/>
                </a:solidFill>
                <a:latin typeface="Calibri"/>
                <a:ea typeface="Calibri"/>
                <a:cs typeface="Calibri"/>
                <a:sym typeface="Calibri"/>
              </a:rPr>
              <a:t> </a:t>
            </a:r>
            <a:r>
              <a:rPr lang="pl-PL" sz="1800" dirty="0" err="1">
                <a:solidFill>
                  <a:schemeClr val="dk1"/>
                </a:solidFill>
                <a:latin typeface="Calibri"/>
                <a:ea typeface="Calibri"/>
                <a:cs typeface="Calibri"/>
                <a:sym typeface="Calibri"/>
              </a:rPr>
              <a:t>busts</a:t>
            </a:r>
            <a:endParaRPr lang="pl-PL" sz="1800" dirty="0">
              <a:solidFill>
                <a:schemeClr val="dk1"/>
              </a:solidFill>
              <a:latin typeface="Calibri"/>
              <a:ea typeface="Calibri"/>
              <a:cs typeface="Calibri"/>
              <a:sym typeface="Calibri"/>
            </a:endParaRPr>
          </a:p>
          <a:p>
            <a:pPr marL="295275" marR="0" lvl="0" indent="280988" algn="l" rtl="0">
              <a:lnSpc>
                <a:spcPct val="150000"/>
              </a:lnSpc>
              <a:spcBef>
                <a:spcPts val="0"/>
              </a:spcBef>
              <a:spcAft>
                <a:spcPts val="0"/>
              </a:spcAft>
              <a:buClr>
                <a:schemeClr val="dk1"/>
              </a:buClr>
              <a:buSzPts val="1800"/>
            </a:pPr>
            <a:r>
              <a:rPr lang="pl-PL" sz="1800" dirty="0">
                <a:solidFill>
                  <a:schemeClr val="dk1"/>
                </a:solidFill>
                <a:latin typeface="Calibri"/>
                <a:ea typeface="Calibri"/>
                <a:cs typeface="Calibri"/>
                <a:sym typeface="Calibri"/>
              </a:rPr>
              <a:t>the </a:t>
            </a:r>
            <a:r>
              <a:rPr lang="pl-PL" sz="1800" dirty="0" err="1">
                <a:solidFill>
                  <a:schemeClr val="dk1"/>
                </a:solidFill>
                <a:latin typeface="Calibri"/>
                <a:ea typeface="Calibri"/>
                <a:cs typeface="Calibri"/>
                <a:sym typeface="Calibri"/>
              </a:rPr>
              <a:t>player</a:t>
            </a:r>
            <a:r>
              <a:rPr lang="pl-PL" sz="1800" dirty="0">
                <a:solidFill>
                  <a:schemeClr val="dk1"/>
                </a:solidFill>
                <a:latin typeface="Calibri"/>
                <a:ea typeface="Calibri"/>
                <a:cs typeface="Calibri"/>
                <a:sym typeface="Calibri"/>
              </a:rPr>
              <a:t>.</a:t>
            </a:r>
          </a:p>
        </p:txBody>
      </p:sp>
    </p:spTree>
    <p:extLst>
      <p:ext uri="{BB962C8B-B14F-4D97-AF65-F5344CB8AC3E}">
        <p14:creationId xmlns:p14="http://schemas.microsoft.com/office/powerpoint/2010/main" val="8766840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253AFFAB-CBDB-8CC7-B800-B9E7FE52E4E3}"/>
            </a:ext>
          </a:extLst>
        </p:cNvPr>
        <p:cNvGrpSpPr/>
        <p:nvPr/>
      </p:nvGrpSpPr>
      <p:grpSpPr>
        <a:xfrm>
          <a:off x="0" y="0"/>
          <a:ext cx="0" cy="0"/>
          <a:chOff x="0" y="0"/>
          <a:chExt cx="0" cy="0"/>
        </a:xfrm>
      </p:grpSpPr>
      <p:cxnSp>
        <p:nvCxnSpPr>
          <p:cNvPr id="185" name="Google Shape;185;p3">
            <a:extLst>
              <a:ext uri="{FF2B5EF4-FFF2-40B4-BE49-F238E27FC236}">
                <a16:creationId xmlns:a16="http://schemas.microsoft.com/office/drawing/2014/main" id="{7F060E44-A9D6-CF21-C8D2-50E3CCEED47F}"/>
              </a:ext>
            </a:extLst>
          </p:cNvPr>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86" name="Google Shape;186;p3">
            <a:extLst>
              <a:ext uri="{FF2B5EF4-FFF2-40B4-BE49-F238E27FC236}">
                <a16:creationId xmlns:a16="http://schemas.microsoft.com/office/drawing/2014/main" id="{12A02EEB-D428-66AF-F3D1-0D4FB6FA3AEE}"/>
              </a:ext>
            </a:extLst>
          </p:cNvPr>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lvl="0" algn="r">
              <a:buSzPts val="1200"/>
            </a:pPr>
            <a:r>
              <a:rPr lang="pl-PL" sz="1200" dirty="0"/>
              <a:t>Piotr Radziszewski, Andrzej </a:t>
            </a:r>
            <a:r>
              <a:rPr lang="pl-PL" sz="1200" dirty="0" err="1"/>
              <a:t>Żernaczuk</a:t>
            </a:r>
            <a:endParaRPr lang="pl-PL" sz="1200" dirty="0"/>
          </a:p>
        </p:txBody>
      </p:sp>
      <p:cxnSp>
        <p:nvCxnSpPr>
          <p:cNvPr id="187" name="Google Shape;187;p3">
            <a:extLst>
              <a:ext uri="{FF2B5EF4-FFF2-40B4-BE49-F238E27FC236}">
                <a16:creationId xmlns:a16="http://schemas.microsoft.com/office/drawing/2014/main" id="{AA49B4E4-CBE6-D274-6617-9DF507A5F3D5}"/>
              </a:ext>
            </a:extLst>
          </p:cNvPr>
          <p:cNvCxnSpPr/>
          <p:nvPr/>
        </p:nvCxnSpPr>
        <p:spPr>
          <a:xfrm>
            <a:off x="1080000" y="288001"/>
            <a:ext cx="0" cy="6300000"/>
          </a:xfrm>
          <a:prstGeom prst="straightConnector1">
            <a:avLst/>
          </a:prstGeom>
          <a:noFill/>
          <a:ln w="9525" cap="flat" cmpd="sng">
            <a:solidFill>
              <a:srgbClr val="C00000"/>
            </a:solidFill>
            <a:prstDash val="solid"/>
            <a:miter lim="800000"/>
            <a:headEnd type="none" w="sm" len="sm"/>
            <a:tailEnd type="none" w="sm" len="sm"/>
          </a:ln>
        </p:spPr>
      </p:cxnSp>
      <p:pic>
        <p:nvPicPr>
          <p:cNvPr id="188" name="Google Shape;188;p3">
            <a:extLst>
              <a:ext uri="{FF2B5EF4-FFF2-40B4-BE49-F238E27FC236}">
                <a16:creationId xmlns:a16="http://schemas.microsoft.com/office/drawing/2014/main" id="{D20B9359-08F8-1CBB-443F-FECE31991760}"/>
              </a:ext>
            </a:extLst>
          </p:cNvPr>
          <p:cNvPicPr preferRelativeResize="0"/>
          <p:nvPr/>
        </p:nvPicPr>
        <p:blipFill rotWithShape="1">
          <a:blip r:embed="rId3">
            <a:alphaModFix/>
          </a:blip>
          <a:srcRect/>
          <a:stretch/>
        </p:blipFill>
        <p:spPr>
          <a:xfrm rot="-5400000">
            <a:off x="-1501574" y="1771573"/>
            <a:ext cx="4193631" cy="1190483"/>
          </a:xfrm>
          <a:prstGeom prst="rect">
            <a:avLst/>
          </a:prstGeom>
          <a:noFill/>
          <a:ln>
            <a:noFill/>
          </a:ln>
        </p:spPr>
      </p:pic>
      <p:sp>
        <p:nvSpPr>
          <p:cNvPr id="190" name="Google Shape;190;p3">
            <a:extLst>
              <a:ext uri="{FF2B5EF4-FFF2-40B4-BE49-F238E27FC236}">
                <a16:creationId xmlns:a16="http://schemas.microsoft.com/office/drawing/2014/main" id="{C9807A49-57F2-E15E-7D63-84EED91D1B04}"/>
              </a:ext>
            </a:extLst>
          </p:cNvPr>
          <p:cNvSpPr/>
          <p:nvPr/>
        </p:nvSpPr>
        <p:spPr>
          <a:xfrm>
            <a:off x="360527" y="6085541"/>
            <a:ext cx="216000" cy="144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
            <a:extLst>
              <a:ext uri="{FF2B5EF4-FFF2-40B4-BE49-F238E27FC236}">
                <a16:creationId xmlns:a16="http://schemas.microsoft.com/office/drawing/2014/main" id="{AAD74816-23AF-C8C9-77EB-15294C1BF8DE}"/>
              </a:ext>
            </a:extLst>
          </p:cNvPr>
          <p:cNvSpPr txBox="1"/>
          <p:nvPr/>
        </p:nvSpPr>
        <p:spPr>
          <a:xfrm>
            <a:off x="576527" y="6042029"/>
            <a:ext cx="215995"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000" b="1" dirty="0">
                <a:solidFill>
                  <a:srgbClr val="FF0000"/>
                </a:solidFill>
                <a:latin typeface="Calibri"/>
                <a:cs typeface="Calibri"/>
                <a:sym typeface="Calibri"/>
              </a:rPr>
              <a:t>6</a:t>
            </a:r>
            <a:endParaRPr dirty="0"/>
          </a:p>
        </p:txBody>
      </p:sp>
      <p:cxnSp>
        <p:nvCxnSpPr>
          <p:cNvPr id="192" name="Google Shape;192;p3">
            <a:extLst>
              <a:ext uri="{FF2B5EF4-FFF2-40B4-BE49-F238E27FC236}">
                <a16:creationId xmlns:a16="http://schemas.microsoft.com/office/drawing/2014/main" id="{67701D07-94AC-B445-66E0-4F50D72C50F5}"/>
              </a:ext>
            </a:extLst>
          </p:cNvPr>
          <p:cNvCxnSpPr/>
          <p:nvPr/>
        </p:nvCxnSpPr>
        <p:spPr>
          <a:xfrm>
            <a:off x="1524750" y="1190705"/>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93" name="Google Shape;193;p3">
            <a:extLst>
              <a:ext uri="{FF2B5EF4-FFF2-40B4-BE49-F238E27FC236}">
                <a16:creationId xmlns:a16="http://schemas.microsoft.com/office/drawing/2014/main" id="{C4DCE686-5C1C-BD06-46BE-407101130288}"/>
              </a:ext>
            </a:extLst>
          </p:cNvPr>
          <p:cNvSpPr txBox="1"/>
          <p:nvPr/>
        </p:nvSpPr>
        <p:spPr>
          <a:xfrm>
            <a:off x="1583474" y="548667"/>
            <a:ext cx="6139543"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b="1" dirty="0">
                <a:solidFill>
                  <a:schemeClr val="dk1"/>
                </a:solidFill>
                <a:latin typeface="Arial"/>
                <a:ea typeface="Arial"/>
                <a:cs typeface="Arial"/>
                <a:sym typeface="Arial"/>
              </a:rPr>
              <a:t>Training setup</a:t>
            </a:r>
            <a:endParaRPr dirty="0"/>
          </a:p>
        </p:txBody>
      </p:sp>
      <p:sp>
        <p:nvSpPr>
          <p:cNvPr id="6" name="Google Shape;210;p4">
            <a:extLst>
              <a:ext uri="{FF2B5EF4-FFF2-40B4-BE49-F238E27FC236}">
                <a16:creationId xmlns:a16="http://schemas.microsoft.com/office/drawing/2014/main" id="{CF1D94DA-0D32-FEAF-4384-1DE2D26AD6C5}"/>
              </a:ext>
            </a:extLst>
          </p:cNvPr>
          <p:cNvSpPr txBox="1"/>
          <p:nvPr/>
        </p:nvSpPr>
        <p:spPr>
          <a:xfrm>
            <a:off x="1583474" y="1289767"/>
            <a:ext cx="6784670" cy="4662775"/>
          </a:xfrm>
          <a:prstGeom prst="rect">
            <a:avLst/>
          </a:prstGeom>
          <a:noFill/>
          <a:ln>
            <a:noFill/>
          </a:ln>
        </p:spPr>
        <p:txBody>
          <a:bodyPr spcFirstLastPara="1" wrap="square" lIns="91425" tIns="45700" rIns="91425" bIns="45700" anchor="t" anchorCtr="0">
            <a:spAutoFit/>
          </a:bodyPr>
          <a:lstStyle/>
          <a:p>
            <a:pPr marL="285750" indent="-28575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We trained two different RL families on the same Blackjack environment to compare learning dynamics under identical rules.</a:t>
            </a:r>
          </a:p>
          <a:p>
            <a:pPr>
              <a:lnSpc>
                <a:spcPct val="150000"/>
              </a:lnSpc>
            </a:pPr>
            <a:endParaRPr lang="en-US" sz="18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800" dirty="0" err="1">
                <a:latin typeface="Calibri" panose="020F0502020204030204" pitchFamily="34" charset="0"/>
                <a:cs typeface="Calibri" panose="020F0502020204030204" pitchFamily="34" charset="0"/>
              </a:rPr>
              <a:t>DoubleQ</a:t>
            </a:r>
            <a:r>
              <a:rPr lang="en-US" sz="1800" dirty="0">
                <a:latin typeface="Calibri" panose="020F0502020204030204" pitchFamily="34" charset="0"/>
                <a:cs typeface="Calibri" panose="020F0502020204030204" pitchFamily="34" charset="0"/>
              </a:rPr>
              <a:t>: tabular TD control with epsilon‑greedy exploration and two Q‑tables to reduce overestimation bias.</a:t>
            </a:r>
          </a:p>
          <a:p>
            <a:pPr>
              <a:lnSpc>
                <a:spcPct val="150000"/>
              </a:lnSpc>
            </a:pPr>
            <a:endParaRPr lang="en-US" sz="18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A2C‑GAE: neural actor‑critic trained from rollouts; uses value estimates and advantages for stable policy updates.</a:t>
            </a:r>
          </a:p>
          <a:p>
            <a:pPr>
              <a:lnSpc>
                <a:spcPct val="150000"/>
              </a:lnSpc>
            </a:pPr>
            <a:endParaRPr lang="en-US" sz="18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Reward shaping is applied only during training; evaluation always uses the true environment reward.</a:t>
            </a:r>
          </a:p>
        </p:txBody>
      </p:sp>
    </p:spTree>
    <p:extLst>
      <p:ext uri="{BB962C8B-B14F-4D97-AF65-F5344CB8AC3E}">
        <p14:creationId xmlns:p14="http://schemas.microsoft.com/office/powerpoint/2010/main" val="23311195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8DC883EC-1699-F847-5246-1A2E68A2185D}"/>
            </a:ext>
          </a:extLst>
        </p:cNvPr>
        <p:cNvGrpSpPr/>
        <p:nvPr/>
      </p:nvGrpSpPr>
      <p:grpSpPr>
        <a:xfrm>
          <a:off x="0" y="0"/>
          <a:ext cx="0" cy="0"/>
          <a:chOff x="0" y="0"/>
          <a:chExt cx="0" cy="0"/>
        </a:xfrm>
      </p:grpSpPr>
      <p:cxnSp>
        <p:nvCxnSpPr>
          <p:cNvPr id="185" name="Google Shape;185;p3">
            <a:extLst>
              <a:ext uri="{FF2B5EF4-FFF2-40B4-BE49-F238E27FC236}">
                <a16:creationId xmlns:a16="http://schemas.microsoft.com/office/drawing/2014/main" id="{A40FECE1-3CE5-0BBC-47EA-7F6CEAE61443}"/>
              </a:ext>
            </a:extLst>
          </p:cNvPr>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86" name="Google Shape;186;p3">
            <a:extLst>
              <a:ext uri="{FF2B5EF4-FFF2-40B4-BE49-F238E27FC236}">
                <a16:creationId xmlns:a16="http://schemas.microsoft.com/office/drawing/2014/main" id="{140599D7-F3D1-6AE4-0742-7D43407ABA3D}"/>
              </a:ext>
            </a:extLst>
          </p:cNvPr>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lvl="0" algn="r">
              <a:buSzPts val="1200"/>
            </a:pPr>
            <a:r>
              <a:rPr lang="pl-PL" sz="1200" dirty="0"/>
              <a:t>Piotr Radziszewski, Andrzej </a:t>
            </a:r>
            <a:r>
              <a:rPr lang="pl-PL" sz="1200" dirty="0" err="1"/>
              <a:t>Żernaczuk</a:t>
            </a:r>
            <a:endParaRPr lang="pl-PL" sz="1200" dirty="0"/>
          </a:p>
        </p:txBody>
      </p:sp>
      <p:cxnSp>
        <p:nvCxnSpPr>
          <p:cNvPr id="187" name="Google Shape;187;p3">
            <a:extLst>
              <a:ext uri="{FF2B5EF4-FFF2-40B4-BE49-F238E27FC236}">
                <a16:creationId xmlns:a16="http://schemas.microsoft.com/office/drawing/2014/main" id="{CA850FB6-8912-BFD3-701E-BD09BAA545E8}"/>
              </a:ext>
            </a:extLst>
          </p:cNvPr>
          <p:cNvCxnSpPr/>
          <p:nvPr/>
        </p:nvCxnSpPr>
        <p:spPr>
          <a:xfrm>
            <a:off x="1080000" y="288001"/>
            <a:ext cx="0" cy="6300000"/>
          </a:xfrm>
          <a:prstGeom prst="straightConnector1">
            <a:avLst/>
          </a:prstGeom>
          <a:noFill/>
          <a:ln w="9525" cap="flat" cmpd="sng">
            <a:solidFill>
              <a:srgbClr val="C00000"/>
            </a:solidFill>
            <a:prstDash val="solid"/>
            <a:miter lim="800000"/>
            <a:headEnd type="none" w="sm" len="sm"/>
            <a:tailEnd type="none" w="sm" len="sm"/>
          </a:ln>
        </p:spPr>
      </p:cxnSp>
      <p:pic>
        <p:nvPicPr>
          <p:cNvPr id="188" name="Google Shape;188;p3">
            <a:extLst>
              <a:ext uri="{FF2B5EF4-FFF2-40B4-BE49-F238E27FC236}">
                <a16:creationId xmlns:a16="http://schemas.microsoft.com/office/drawing/2014/main" id="{18C176A3-42DC-CEF0-5278-2C21636530B7}"/>
              </a:ext>
            </a:extLst>
          </p:cNvPr>
          <p:cNvPicPr preferRelativeResize="0"/>
          <p:nvPr/>
        </p:nvPicPr>
        <p:blipFill rotWithShape="1">
          <a:blip r:embed="rId3">
            <a:alphaModFix/>
          </a:blip>
          <a:srcRect/>
          <a:stretch/>
        </p:blipFill>
        <p:spPr>
          <a:xfrm rot="-5400000">
            <a:off x="-1501574" y="1771573"/>
            <a:ext cx="4193631" cy="1190483"/>
          </a:xfrm>
          <a:prstGeom prst="rect">
            <a:avLst/>
          </a:prstGeom>
          <a:noFill/>
          <a:ln>
            <a:noFill/>
          </a:ln>
        </p:spPr>
      </p:pic>
      <p:sp>
        <p:nvSpPr>
          <p:cNvPr id="190" name="Google Shape;190;p3">
            <a:extLst>
              <a:ext uri="{FF2B5EF4-FFF2-40B4-BE49-F238E27FC236}">
                <a16:creationId xmlns:a16="http://schemas.microsoft.com/office/drawing/2014/main" id="{77D47AFD-DB4D-A687-6882-B97AB78B71CF}"/>
              </a:ext>
            </a:extLst>
          </p:cNvPr>
          <p:cNvSpPr/>
          <p:nvPr/>
        </p:nvSpPr>
        <p:spPr>
          <a:xfrm>
            <a:off x="360527" y="6085541"/>
            <a:ext cx="216000" cy="144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
            <a:extLst>
              <a:ext uri="{FF2B5EF4-FFF2-40B4-BE49-F238E27FC236}">
                <a16:creationId xmlns:a16="http://schemas.microsoft.com/office/drawing/2014/main" id="{93582D27-CB35-09B3-D284-77FBD6C43853}"/>
              </a:ext>
            </a:extLst>
          </p:cNvPr>
          <p:cNvSpPr txBox="1"/>
          <p:nvPr/>
        </p:nvSpPr>
        <p:spPr>
          <a:xfrm>
            <a:off x="576527" y="6042029"/>
            <a:ext cx="215995"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000" b="1" dirty="0">
                <a:solidFill>
                  <a:srgbClr val="FF0000"/>
                </a:solidFill>
                <a:latin typeface="Calibri"/>
                <a:cs typeface="Calibri"/>
                <a:sym typeface="Calibri"/>
              </a:rPr>
              <a:t>7</a:t>
            </a:r>
            <a:endParaRPr dirty="0"/>
          </a:p>
        </p:txBody>
      </p:sp>
      <p:cxnSp>
        <p:nvCxnSpPr>
          <p:cNvPr id="192" name="Google Shape;192;p3">
            <a:extLst>
              <a:ext uri="{FF2B5EF4-FFF2-40B4-BE49-F238E27FC236}">
                <a16:creationId xmlns:a16="http://schemas.microsoft.com/office/drawing/2014/main" id="{B6294452-6323-6E6C-E3BE-E5AF5C49B75C}"/>
              </a:ext>
            </a:extLst>
          </p:cNvPr>
          <p:cNvCxnSpPr/>
          <p:nvPr/>
        </p:nvCxnSpPr>
        <p:spPr>
          <a:xfrm>
            <a:off x="1524750" y="1190705"/>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93" name="Google Shape;193;p3">
            <a:extLst>
              <a:ext uri="{FF2B5EF4-FFF2-40B4-BE49-F238E27FC236}">
                <a16:creationId xmlns:a16="http://schemas.microsoft.com/office/drawing/2014/main" id="{DF6938DB-1B4B-963D-68C9-08301F4E3E44}"/>
              </a:ext>
            </a:extLst>
          </p:cNvPr>
          <p:cNvSpPr txBox="1"/>
          <p:nvPr/>
        </p:nvSpPr>
        <p:spPr>
          <a:xfrm>
            <a:off x="1583474" y="548667"/>
            <a:ext cx="6139543"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b="1" dirty="0">
                <a:solidFill>
                  <a:schemeClr val="dk1"/>
                </a:solidFill>
                <a:latin typeface="Arial"/>
                <a:ea typeface="Arial"/>
                <a:cs typeface="Arial"/>
                <a:sym typeface="Arial"/>
              </a:rPr>
              <a:t>Training </a:t>
            </a:r>
            <a:r>
              <a:rPr lang="pl-PL" sz="2400" b="1" dirty="0" err="1">
                <a:solidFill>
                  <a:schemeClr val="dk1"/>
                </a:solidFill>
                <a:latin typeface="Arial"/>
                <a:ea typeface="Arial"/>
                <a:cs typeface="Arial"/>
                <a:sym typeface="Arial"/>
              </a:rPr>
              <a:t>budget</a:t>
            </a:r>
            <a:r>
              <a:rPr lang="pl-PL" sz="2400" b="1" dirty="0">
                <a:solidFill>
                  <a:schemeClr val="dk1"/>
                </a:solidFill>
                <a:latin typeface="Arial"/>
                <a:ea typeface="Arial"/>
                <a:cs typeface="Arial"/>
                <a:sym typeface="Arial"/>
              </a:rPr>
              <a:t> &amp; </a:t>
            </a:r>
            <a:r>
              <a:rPr lang="pl-PL" sz="2400" b="1" dirty="0" err="1">
                <a:solidFill>
                  <a:schemeClr val="dk1"/>
                </a:solidFill>
                <a:latin typeface="Arial"/>
                <a:ea typeface="Arial"/>
                <a:cs typeface="Arial"/>
                <a:sym typeface="Arial"/>
              </a:rPr>
              <a:t>schedule</a:t>
            </a:r>
            <a:endParaRPr dirty="0"/>
          </a:p>
        </p:txBody>
      </p:sp>
      <p:sp>
        <p:nvSpPr>
          <p:cNvPr id="6" name="Google Shape;210;p4">
            <a:extLst>
              <a:ext uri="{FF2B5EF4-FFF2-40B4-BE49-F238E27FC236}">
                <a16:creationId xmlns:a16="http://schemas.microsoft.com/office/drawing/2014/main" id="{0658FD77-5284-500B-CB28-67ABD31251DE}"/>
              </a:ext>
            </a:extLst>
          </p:cNvPr>
          <p:cNvSpPr txBox="1"/>
          <p:nvPr/>
        </p:nvSpPr>
        <p:spPr>
          <a:xfrm>
            <a:off x="1583474" y="1289767"/>
            <a:ext cx="6784670" cy="4662775"/>
          </a:xfrm>
          <a:prstGeom prst="rect">
            <a:avLst/>
          </a:prstGeom>
          <a:noFill/>
          <a:ln>
            <a:noFill/>
          </a:ln>
        </p:spPr>
        <p:txBody>
          <a:bodyPr spcFirstLastPara="1" wrap="square" lIns="91425" tIns="45700" rIns="91425" bIns="45700" anchor="t" anchorCtr="0">
            <a:spAutoFit/>
          </a:bodyPr>
          <a:lstStyle/>
          <a:p>
            <a:pPr marL="285750" indent="-285750">
              <a:lnSpc>
                <a:spcPct val="150000"/>
              </a:lnSpc>
              <a:buFont typeface="Arial" panose="020B0604020202020204" pitchFamily="34" charset="0"/>
              <a:buChar char="•"/>
            </a:pPr>
            <a:r>
              <a:rPr lang="en-US" sz="1800" dirty="0" err="1">
                <a:latin typeface="Calibri" panose="020F0502020204030204" pitchFamily="34" charset="0"/>
                <a:cs typeface="Calibri" panose="020F0502020204030204" pitchFamily="34" charset="0"/>
              </a:rPr>
              <a:t>DoubleQ</a:t>
            </a:r>
            <a:r>
              <a:rPr lang="en-US" sz="1800" dirty="0">
                <a:latin typeface="Calibri" panose="020F0502020204030204" pitchFamily="34" charset="0"/>
                <a:cs typeface="Calibri" panose="020F0502020204030204" pitchFamily="34" charset="0"/>
              </a:rPr>
              <a:t> trained for 200,000 episodes with tuned linear epsilon decay and periodic evaluation every 25k episodes.</a:t>
            </a:r>
          </a:p>
          <a:p>
            <a:pPr marL="285750" indent="-285750">
              <a:lnSpc>
                <a:spcPct val="150000"/>
              </a:lnSpc>
              <a:buFont typeface="Arial" panose="020B0604020202020204" pitchFamily="34" charset="0"/>
              <a:buChar char="•"/>
            </a:pPr>
            <a:endParaRPr lang="en-US" sz="18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A2C trained for 200,000 environment steps with 256-step rollouts and one policy update per rollout.</a:t>
            </a:r>
          </a:p>
          <a:p>
            <a:pPr marL="285750" indent="-285750">
              <a:lnSpc>
                <a:spcPct val="150000"/>
              </a:lnSpc>
              <a:buFont typeface="Arial" panose="020B0604020202020204" pitchFamily="34" charset="0"/>
              <a:buChar char="•"/>
            </a:pPr>
            <a:endParaRPr lang="en-US" sz="18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Evaluation cadence: </a:t>
            </a:r>
            <a:r>
              <a:rPr lang="en-US" sz="1800" dirty="0" err="1">
                <a:latin typeface="Calibri" panose="020F0502020204030204" pitchFamily="34" charset="0"/>
                <a:cs typeface="Calibri" panose="020F0502020204030204" pitchFamily="34" charset="0"/>
              </a:rPr>
              <a:t>DoubleQ</a:t>
            </a:r>
            <a:r>
              <a:rPr lang="en-US" sz="1800" dirty="0">
                <a:latin typeface="Calibri" panose="020F0502020204030204" pitchFamily="34" charset="0"/>
                <a:cs typeface="Calibri" panose="020F0502020204030204" pitchFamily="34" charset="0"/>
              </a:rPr>
              <a:t> every 25k episodes; A2C every 10 updates (~every 2,560 steps).</a:t>
            </a:r>
          </a:p>
          <a:p>
            <a:pPr marL="285750" indent="-285750">
              <a:lnSpc>
                <a:spcPct val="150000"/>
              </a:lnSpc>
              <a:buFont typeface="Arial" panose="020B0604020202020204" pitchFamily="34" charset="0"/>
              <a:buChar char="•"/>
            </a:pPr>
            <a:endParaRPr lang="en-US" sz="18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This keeps compute comparable while respecting each algorithm’s natural unit (episodes vs steps).</a:t>
            </a:r>
          </a:p>
        </p:txBody>
      </p:sp>
    </p:spTree>
    <p:extLst>
      <p:ext uri="{BB962C8B-B14F-4D97-AF65-F5344CB8AC3E}">
        <p14:creationId xmlns:p14="http://schemas.microsoft.com/office/powerpoint/2010/main" val="10826999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1EEF0DF9-58BB-446E-4105-D84C409EB97D}"/>
            </a:ext>
          </a:extLst>
        </p:cNvPr>
        <p:cNvGrpSpPr/>
        <p:nvPr/>
      </p:nvGrpSpPr>
      <p:grpSpPr>
        <a:xfrm>
          <a:off x="0" y="0"/>
          <a:ext cx="0" cy="0"/>
          <a:chOff x="0" y="0"/>
          <a:chExt cx="0" cy="0"/>
        </a:xfrm>
      </p:grpSpPr>
      <p:cxnSp>
        <p:nvCxnSpPr>
          <p:cNvPr id="185" name="Google Shape;185;p3">
            <a:extLst>
              <a:ext uri="{FF2B5EF4-FFF2-40B4-BE49-F238E27FC236}">
                <a16:creationId xmlns:a16="http://schemas.microsoft.com/office/drawing/2014/main" id="{58984D3F-6AB2-2C69-AE22-37F41A069C4A}"/>
              </a:ext>
            </a:extLst>
          </p:cNvPr>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86" name="Google Shape;186;p3">
            <a:extLst>
              <a:ext uri="{FF2B5EF4-FFF2-40B4-BE49-F238E27FC236}">
                <a16:creationId xmlns:a16="http://schemas.microsoft.com/office/drawing/2014/main" id="{C011B392-6BFF-78DD-DA75-81108E749E66}"/>
              </a:ext>
            </a:extLst>
          </p:cNvPr>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lvl="0" algn="r">
              <a:buSzPts val="1200"/>
            </a:pPr>
            <a:r>
              <a:rPr lang="pl-PL" sz="1200" dirty="0"/>
              <a:t>Piotr Radziszewski, Andrzej </a:t>
            </a:r>
            <a:r>
              <a:rPr lang="pl-PL" sz="1200" dirty="0" err="1"/>
              <a:t>Żernaczuk</a:t>
            </a:r>
            <a:endParaRPr lang="pl-PL" sz="1200" dirty="0"/>
          </a:p>
        </p:txBody>
      </p:sp>
      <p:cxnSp>
        <p:nvCxnSpPr>
          <p:cNvPr id="187" name="Google Shape;187;p3">
            <a:extLst>
              <a:ext uri="{FF2B5EF4-FFF2-40B4-BE49-F238E27FC236}">
                <a16:creationId xmlns:a16="http://schemas.microsoft.com/office/drawing/2014/main" id="{B05D0FE8-D45F-2D44-074C-4589EFDC5C7D}"/>
              </a:ext>
            </a:extLst>
          </p:cNvPr>
          <p:cNvCxnSpPr/>
          <p:nvPr/>
        </p:nvCxnSpPr>
        <p:spPr>
          <a:xfrm>
            <a:off x="1080000" y="288001"/>
            <a:ext cx="0" cy="6300000"/>
          </a:xfrm>
          <a:prstGeom prst="straightConnector1">
            <a:avLst/>
          </a:prstGeom>
          <a:noFill/>
          <a:ln w="9525" cap="flat" cmpd="sng">
            <a:solidFill>
              <a:srgbClr val="C00000"/>
            </a:solidFill>
            <a:prstDash val="solid"/>
            <a:miter lim="800000"/>
            <a:headEnd type="none" w="sm" len="sm"/>
            <a:tailEnd type="none" w="sm" len="sm"/>
          </a:ln>
        </p:spPr>
      </p:cxnSp>
      <p:pic>
        <p:nvPicPr>
          <p:cNvPr id="188" name="Google Shape;188;p3">
            <a:extLst>
              <a:ext uri="{FF2B5EF4-FFF2-40B4-BE49-F238E27FC236}">
                <a16:creationId xmlns:a16="http://schemas.microsoft.com/office/drawing/2014/main" id="{3643FAEC-1767-D4AF-EB3E-64652AD887F8}"/>
              </a:ext>
            </a:extLst>
          </p:cNvPr>
          <p:cNvPicPr preferRelativeResize="0"/>
          <p:nvPr/>
        </p:nvPicPr>
        <p:blipFill rotWithShape="1">
          <a:blip r:embed="rId3">
            <a:alphaModFix/>
          </a:blip>
          <a:srcRect/>
          <a:stretch/>
        </p:blipFill>
        <p:spPr>
          <a:xfrm rot="-5400000">
            <a:off x="-1501574" y="1771573"/>
            <a:ext cx="4193631" cy="1190483"/>
          </a:xfrm>
          <a:prstGeom prst="rect">
            <a:avLst/>
          </a:prstGeom>
          <a:noFill/>
          <a:ln>
            <a:noFill/>
          </a:ln>
        </p:spPr>
      </p:pic>
      <p:sp>
        <p:nvSpPr>
          <p:cNvPr id="190" name="Google Shape;190;p3">
            <a:extLst>
              <a:ext uri="{FF2B5EF4-FFF2-40B4-BE49-F238E27FC236}">
                <a16:creationId xmlns:a16="http://schemas.microsoft.com/office/drawing/2014/main" id="{BD2B85B9-BA93-8575-575F-2C1A26AAA0E1}"/>
              </a:ext>
            </a:extLst>
          </p:cNvPr>
          <p:cNvSpPr/>
          <p:nvPr/>
        </p:nvSpPr>
        <p:spPr>
          <a:xfrm>
            <a:off x="360527" y="6085541"/>
            <a:ext cx="216000" cy="144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
            <a:extLst>
              <a:ext uri="{FF2B5EF4-FFF2-40B4-BE49-F238E27FC236}">
                <a16:creationId xmlns:a16="http://schemas.microsoft.com/office/drawing/2014/main" id="{A1166B80-6D28-649C-3038-252D6308C22B}"/>
              </a:ext>
            </a:extLst>
          </p:cNvPr>
          <p:cNvSpPr txBox="1"/>
          <p:nvPr/>
        </p:nvSpPr>
        <p:spPr>
          <a:xfrm>
            <a:off x="576527" y="6042029"/>
            <a:ext cx="215995"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000" b="1" dirty="0">
                <a:solidFill>
                  <a:srgbClr val="FF0000"/>
                </a:solidFill>
                <a:latin typeface="Calibri"/>
                <a:cs typeface="Calibri"/>
                <a:sym typeface="Calibri"/>
              </a:rPr>
              <a:t>8</a:t>
            </a:r>
            <a:endParaRPr dirty="0"/>
          </a:p>
        </p:txBody>
      </p:sp>
      <p:cxnSp>
        <p:nvCxnSpPr>
          <p:cNvPr id="192" name="Google Shape;192;p3">
            <a:extLst>
              <a:ext uri="{FF2B5EF4-FFF2-40B4-BE49-F238E27FC236}">
                <a16:creationId xmlns:a16="http://schemas.microsoft.com/office/drawing/2014/main" id="{B3136AE9-E526-3EBE-212B-B5FE96037A0E}"/>
              </a:ext>
            </a:extLst>
          </p:cNvPr>
          <p:cNvCxnSpPr/>
          <p:nvPr/>
        </p:nvCxnSpPr>
        <p:spPr>
          <a:xfrm>
            <a:off x="1524750" y="1190705"/>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93" name="Google Shape;193;p3">
            <a:extLst>
              <a:ext uri="{FF2B5EF4-FFF2-40B4-BE49-F238E27FC236}">
                <a16:creationId xmlns:a16="http://schemas.microsoft.com/office/drawing/2014/main" id="{2459DD5C-1B16-0CDA-8C3B-C721A33F577C}"/>
              </a:ext>
            </a:extLst>
          </p:cNvPr>
          <p:cNvSpPr txBox="1"/>
          <p:nvPr/>
        </p:nvSpPr>
        <p:spPr>
          <a:xfrm>
            <a:off x="1583474" y="548667"/>
            <a:ext cx="6139543"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b="1" dirty="0">
                <a:solidFill>
                  <a:schemeClr val="dk1"/>
                </a:solidFill>
              </a:rPr>
              <a:t>Model </a:t>
            </a:r>
            <a:r>
              <a:rPr lang="pl-PL" sz="2400" b="1" dirty="0" err="1">
                <a:solidFill>
                  <a:schemeClr val="dk1"/>
                </a:solidFill>
              </a:rPr>
              <a:t>size</a:t>
            </a:r>
            <a:r>
              <a:rPr lang="pl-PL" sz="2400" b="1" dirty="0">
                <a:solidFill>
                  <a:schemeClr val="dk1"/>
                </a:solidFill>
              </a:rPr>
              <a:t> / </a:t>
            </a:r>
            <a:r>
              <a:rPr lang="pl-PL" sz="2400" b="1" dirty="0" err="1">
                <a:solidFill>
                  <a:schemeClr val="dk1"/>
                </a:solidFill>
              </a:rPr>
              <a:t>Parameters</a:t>
            </a:r>
            <a:endParaRPr lang="pl-PL" sz="2400" b="1" dirty="0">
              <a:solidFill>
                <a:schemeClr val="dk1"/>
              </a:solidFill>
            </a:endParaRPr>
          </a:p>
        </p:txBody>
      </p:sp>
      <p:sp>
        <p:nvSpPr>
          <p:cNvPr id="6" name="Google Shape;210;p4">
            <a:extLst>
              <a:ext uri="{FF2B5EF4-FFF2-40B4-BE49-F238E27FC236}">
                <a16:creationId xmlns:a16="http://schemas.microsoft.com/office/drawing/2014/main" id="{2CF8152B-B114-28EA-1BBD-EEBF837974DC}"/>
              </a:ext>
            </a:extLst>
          </p:cNvPr>
          <p:cNvSpPr txBox="1"/>
          <p:nvPr/>
        </p:nvSpPr>
        <p:spPr>
          <a:xfrm>
            <a:off x="1583474" y="1314363"/>
            <a:ext cx="6784670" cy="4662775"/>
          </a:xfrm>
          <a:prstGeom prst="rect">
            <a:avLst/>
          </a:prstGeom>
          <a:noFill/>
          <a:ln>
            <a:noFill/>
          </a:ln>
        </p:spPr>
        <p:txBody>
          <a:bodyPr spcFirstLastPara="1" wrap="square" lIns="91425" tIns="45700" rIns="91425" bIns="45700" anchor="t" anchorCtr="0">
            <a:spAutoFit/>
          </a:bodyPr>
          <a:lstStyle/>
          <a:p>
            <a:pPr marL="285750" indent="-28575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A2C network (</a:t>
            </a:r>
            <a:r>
              <a:rPr lang="en-US" sz="1800" dirty="0" err="1">
                <a:latin typeface="Calibri" panose="020F0502020204030204" pitchFamily="34" charset="0"/>
                <a:cs typeface="Calibri" panose="020F0502020204030204" pitchFamily="34" charset="0"/>
              </a:rPr>
              <a:t>obs_dim</a:t>
            </a:r>
            <a:r>
              <a:rPr lang="en-US" sz="1800" dirty="0">
                <a:latin typeface="Calibri" panose="020F0502020204030204" pitchFamily="34" charset="0"/>
                <a:cs typeface="Calibri" panose="020F0502020204030204" pitchFamily="34" charset="0"/>
              </a:rPr>
              <a:t>=43, hidden=128×128, actions=2) has ~22,531 trainable parameters.</a:t>
            </a:r>
          </a:p>
          <a:p>
            <a:pPr marL="285750" indent="-285750">
              <a:lnSpc>
                <a:spcPct val="150000"/>
              </a:lnSpc>
              <a:buFont typeface="Arial" panose="020B0604020202020204" pitchFamily="34" charset="0"/>
              <a:buChar char="•"/>
            </a:pPr>
            <a:endParaRPr lang="en-US" sz="18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Architecture: 2 shared hidden layers + separate policy and value heads.</a:t>
            </a:r>
          </a:p>
          <a:p>
            <a:pPr marL="285750" indent="-285750">
              <a:lnSpc>
                <a:spcPct val="150000"/>
              </a:lnSpc>
              <a:buFont typeface="Arial" panose="020B0604020202020204" pitchFamily="34" charset="0"/>
              <a:buChar char="•"/>
            </a:pPr>
            <a:endParaRPr lang="en-US" sz="18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800" dirty="0" err="1">
                <a:latin typeface="Calibri" panose="020F0502020204030204" pitchFamily="34" charset="0"/>
                <a:cs typeface="Calibri" panose="020F0502020204030204" pitchFamily="34" charset="0"/>
              </a:rPr>
              <a:t>DoubleQ</a:t>
            </a:r>
            <a:r>
              <a:rPr lang="en-US" sz="1800" dirty="0">
                <a:latin typeface="Calibri" panose="020F0502020204030204" pitchFamily="34" charset="0"/>
                <a:cs typeface="Calibri" panose="020F0502020204030204" pitchFamily="34" charset="0"/>
              </a:rPr>
              <a:t> is tabular: up to ~2,560 Q-values (640 states × 2 actions × 2 tables), though only visited states are stored.</a:t>
            </a:r>
          </a:p>
          <a:p>
            <a:pPr>
              <a:lnSpc>
                <a:spcPct val="150000"/>
              </a:lnSpc>
            </a:pPr>
            <a:endParaRPr lang="en-US" sz="18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This highlights the contrast: compact neural function approximation vs exact tabular values.</a:t>
            </a:r>
          </a:p>
        </p:txBody>
      </p:sp>
    </p:spTree>
    <p:extLst>
      <p:ext uri="{BB962C8B-B14F-4D97-AF65-F5344CB8AC3E}">
        <p14:creationId xmlns:p14="http://schemas.microsoft.com/office/powerpoint/2010/main" val="3185519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65D65DDF-D517-ADD5-A7C9-9CA176CF0AFB}"/>
            </a:ext>
          </a:extLst>
        </p:cNvPr>
        <p:cNvGrpSpPr/>
        <p:nvPr/>
      </p:nvGrpSpPr>
      <p:grpSpPr>
        <a:xfrm>
          <a:off x="0" y="0"/>
          <a:ext cx="0" cy="0"/>
          <a:chOff x="0" y="0"/>
          <a:chExt cx="0" cy="0"/>
        </a:xfrm>
      </p:grpSpPr>
      <p:cxnSp>
        <p:nvCxnSpPr>
          <p:cNvPr id="185" name="Google Shape;185;p3">
            <a:extLst>
              <a:ext uri="{FF2B5EF4-FFF2-40B4-BE49-F238E27FC236}">
                <a16:creationId xmlns:a16="http://schemas.microsoft.com/office/drawing/2014/main" id="{5675D3E8-5995-C6C0-29CF-809A8450D345}"/>
              </a:ext>
            </a:extLst>
          </p:cNvPr>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86" name="Google Shape;186;p3">
            <a:extLst>
              <a:ext uri="{FF2B5EF4-FFF2-40B4-BE49-F238E27FC236}">
                <a16:creationId xmlns:a16="http://schemas.microsoft.com/office/drawing/2014/main" id="{826F92A8-5B72-6AB5-45A7-38035505203C}"/>
              </a:ext>
            </a:extLst>
          </p:cNvPr>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lvl="0" algn="r">
              <a:buSzPts val="1200"/>
            </a:pPr>
            <a:r>
              <a:rPr lang="pl-PL" sz="1200" dirty="0"/>
              <a:t>Piotr Radziszewski, Andrzej </a:t>
            </a:r>
            <a:r>
              <a:rPr lang="pl-PL" sz="1200" dirty="0" err="1"/>
              <a:t>Żernaczuk</a:t>
            </a:r>
            <a:endParaRPr lang="pl-PL" sz="1200" dirty="0"/>
          </a:p>
        </p:txBody>
      </p:sp>
      <p:cxnSp>
        <p:nvCxnSpPr>
          <p:cNvPr id="187" name="Google Shape;187;p3">
            <a:extLst>
              <a:ext uri="{FF2B5EF4-FFF2-40B4-BE49-F238E27FC236}">
                <a16:creationId xmlns:a16="http://schemas.microsoft.com/office/drawing/2014/main" id="{83AC69AD-7CF8-7D49-7EDF-E633132BAB7C}"/>
              </a:ext>
            </a:extLst>
          </p:cNvPr>
          <p:cNvCxnSpPr/>
          <p:nvPr/>
        </p:nvCxnSpPr>
        <p:spPr>
          <a:xfrm>
            <a:off x="1080000" y="288001"/>
            <a:ext cx="0" cy="6300000"/>
          </a:xfrm>
          <a:prstGeom prst="straightConnector1">
            <a:avLst/>
          </a:prstGeom>
          <a:noFill/>
          <a:ln w="9525" cap="flat" cmpd="sng">
            <a:solidFill>
              <a:srgbClr val="C00000"/>
            </a:solidFill>
            <a:prstDash val="solid"/>
            <a:miter lim="800000"/>
            <a:headEnd type="none" w="sm" len="sm"/>
            <a:tailEnd type="none" w="sm" len="sm"/>
          </a:ln>
        </p:spPr>
      </p:cxnSp>
      <p:pic>
        <p:nvPicPr>
          <p:cNvPr id="188" name="Google Shape;188;p3">
            <a:extLst>
              <a:ext uri="{FF2B5EF4-FFF2-40B4-BE49-F238E27FC236}">
                <a16:creationId xmlns:a16="http://schemas.microsoft.com/office/drawing/2014/main" id="{2D8988E1-65D9-EB14-43B3-DB54789468AE}"/>
              </a:ext>
            </a:extLst>
          </p:cNvPr>
          <p:cNvPicPr preferRelativeResize="0"/>
          <p:nvPr/>
        </p:nvPicPr>
        <p:blipFill rotWithShape="1">
          <a:blip r:embed="rId3">
            <a:alphaModFix/>
          </a:blip>
          <a:srcRect/>
          <a:stretch/>
        </p:blipFill>
        <p:spPr>
          <a:xfrm rot="-5400000">
            <a:off x="-1501574" y="1771573"/>
            <a:ext cx="4193631" cy="1190483"/>
          </a:xfrm>
          <a:prstGeom prst="rect">
            <a:avLst/>
          </a:prstGeom>
          <a:noFill/>
          <a:ln>
            <a:noFill/>
          </a:ln>
        </p:spPr>
      </p:pic>
      <p:sp>
        <p:nvSpPr>
          <p:cNvPr id="190" name="Google Shape;190;p3">
            <a:extLst>
              <a:ext uri="{FF2B5EF4-FFF2-40B4-BE49-F238E27FC236}">
                <a16:creationId xmlns:a16="http://schemas.microsoft.com/office/drawing/2014/main" id="{AE917A13-6CF9-09E5-E350-7F64029BCA46}"/>
              </a:ext>
            </a:extLst>
          </p:cNvPr>
          <p:cNvSpPr/>
          <p:nvPr/>
        </p:nvSpPr>
        <p:spPr>
          <a:xfrm>
            <a:off x="360527" y="6085541"/>
            <a:ext cx="216000" cy="144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
            <a:extLst>
              <a:ext uri="{FF2B5EF4-FFF2-40B4-BE49-F238E27FC236}">
                <a16:creationId xmlns:a16="http://schemas.microsoft.com/office/drawing/2014/main" id="{494D3E44-C739-D7B4-6546-175E41DF295A}"/>
              </a:ext>
            </a:extLst>
          </p:cNvPr>
          <p:cNvSpPr txBox="1"/>
          <p:nvPr/>
        </p:nvSpPr>
        <p:spPr>
          <a:xfrm>
            <a:off x="576527" y="6042029"/>
            <a:ext cx="215995"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000" b="1" dirty="0">
                <a:solidFill>
                  <a:srgbClr val="FF0000"/>
                </a:solidFill>
                <a:latin typeface="Calibri"/>
                <a:cs typeface="Calibri"/>
                <a:sym typeface="Calibri"/>
              </a:rPr>
              <a:t>9</a:t>
            </a:r>
            <a:endParaRPr dirty="0"/>
          </a:p>
        </p:txBody>
      </p:sp>
      <p:cxnSp>
        <p:nvCxnSpPr>
          <p:cNvPr id="192" name="Google Shape;192;p3">
            <a:extLst>
              <a:ext uri="{FF2B5EF4-FFF2-40B4-BE49-F238E27FC236}">
                <a16:creationId xmlns:a16="http://schemas.microsoft.com/office/drawing/2014/main" id="{33C40589-6F1D-D2B9-16E2-D992C316FEE4}"/>
              </a:ext>
            </a:extLst>
          </p:cNvPr>
          <p:cNvCxnSpPr/>
          <p:nvPr/>
        </p:nvCxnSpPr>
        <p:spPr>
          <a:xfrm>
            <a:off x="1524750" y="1190705"/>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93" name="Google Shape;193;p3">
            <a:extLst>
              <a:ext uri="{FF2B5EF4-FFF2-40B4-BE49-F238E27FC236}">
                <a16:creationId xmlns:a16="http://schemas.microsoft.com/office/drawing/2014/main" id="{7B17ADF1-0AD2-399B-4B12-1CD824EAA4DA}"/>
              </a:ext>
            </a:extLst>
          </p:cNvPr>
          <p:cNvSpPr txBox="1"/>
          <p:nvPr/>
        </p:nvSpPr>
        <p:spPr>
          <a:xfrm>
            <a:off x="1583474" y="548667"/>
            <a:ext cx="6139543"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b="1" dirty="0">
                <a:solidFill>
                  <a:schemeClr val="dk1"/>
                </a:solidFill>
                <a:latin typeface="Arial"/>
                <a:ea typeface="Arial"/>
                <a:cs typeface="Arial"/>
                <a:sym typeface="Arial"/>
              </a:rPr>
              <a:t>Evaluation </a:t>
            </a:r>
            <a:r>
              <a:rPr lang="pl-PL" sz="2400" b="1" dirty="0" err="1">
                <a:solidFill>
                  <a:schemeClr val="dk1"/>
                </a:solidFill>
              </a:rPr>
              <a:t>p</a:t>
            </a:r>
            <a:r>
              <a:rPr lang="pl-PL" sz="2400" b="1" dirty="0" err="1">
                <a:solidFill>
                  <a:schemeClr val="dk1"/>
                </a:solidFill>
                <a:latin typeface="Arial"/>
                <a:ea typeface="Arial"/>
                <a:cs typeface="Arial"/>
                <a:sym typeface="Arial"/>
              </a:rPr>
              <a:t>rotocol</a:t>
            </a:r>
            <a:endParaRPr dirty="0"/>
          </a:p>
        </p:txBody>
      </p:sp>
      <p:sp>
        <p:nvSpPr>
          <p:cNvPr id="6" name="Google Shape;210;p4">
            <a:extLst>
              <a:ext uri="{FF2B5EF4-FFF2-40B4-BE49-F238E27FC236}">
                <a16:creationId xmlns:a16="http://schemas.microsoft.com/office/drawing/2014/main" id="{8848CFD8-0336-0188-6C33-6FAA0D401080}"/>
              </a:ext>
            </a:extLst>
          </p:cNvPr>
          <p:cNvSpPr txBox="1"/>
          <p:nvPr/>
        </p:nvSpPr>
        <p:spPr>
          <a:xfrm>
            <a:off x="1583474" y="1314363"/>
            <a:ext cx="6784670" cy="4247276"/>
          </a:xfrm>
          <a:prstGeom prst="rect">
            <a:avLst/>
          </a:prstGeom>
          <a:noFill/>
          <a:ln>
            <a:noFill/>
          </a:ln>
        </p:spPr>
        <p:txBody>
          <a:bodyPr spcFirstLastPara="1" wrap="square" lIns="91425" tIns="45700" rIns="91425" bIns="45700" anchor="t" anchorCtr="0">
            <a:spAutoFit/>
          </a:bodyPr>
          <a:lstStyle/>
          <a:p>
            <a:pPr marL="285750" indent="-28575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Evaluation uses the true (unshaped) reward, regardless of reward shaping during training.</a:t>
            </a:r>
          </a:p>
          <a:p>
            <a:pPr>
              <a:lnSpc>
                <a:spcPct val="150000"/>
              </a:lnSpc>
            </a:pPr>
            <a:endParaRPr lang="en-US" sz="18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Policies are evaluated greedily (no exploration) to measure final decision quality.</a:t>
            </a:r>
          </a:p>
          <a:p>
            <a:pPr>
              <a:lnSpc>
                <a:spcPct val="150000"/>
              </a:lnSpc>
            </a:pPr>
            <a:endParaRPr lang="en-US" sz="18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Each evaluation runs 10,000 episodes for stable statistics.</a:t>
            </a:r>
          </a:p>
          <a:p>
            <a:pPr>
              <a:lnSpc>
                <a:spcPct val="150000"/>
              </a:lnSpc>
            </a:pPr>
            <a:endParaRPr lang="en-US" sz="18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Metrics computed: mean return, win/draw/loss rate, and mean episode length.</a:t>
            </a:r>
          </a:p>
        </p:txBody>
      </p:sp>
    </p:spTree>
    <p:extLst>
      <p:ext uri="{BB962C8B-B14F-4D97-AF65-F5344CB8AC3E}">
        <p14:creationId xmlns:p14="http://schemas.microsoft.com/office/powerpoint/2010/main" val="3928037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15609AF5-2EDE-10CA-301F-015FA2D8B018}"/>
            </a:ext>
          </a:extLst>
        </p:cNvPr>
        <p:cNvGrpSpPr/>
        <p:nvPr/>
      </p:nvGrpSpPr>
      <p:grpSpPr>
        <a:xfrm>
          <a:off x="0" y="0"/>
          <a:ext cx="0" cy="0"/>
          <a:chOff x="0" y="0"/>
          <a:chExt cx="0" cy="0"/>
        </a:xfrm>
      </p:grpSpPr>
      <p:cxnSp>
        <p:nvCxnSpPr>
          <p:cNvPr id="185" name="Google Shape;185;p3">
            <a:extLst>
              <a:ext uri="{FF2B5EF4-FFF2-40B4-BE49-F238E27FC236}">
                <a16:creationId xmlns:a16="http://schemas.microsoft.com/office/drawing/2014/main" id="{9CE4BE1C-C689-5824-5012-F6DBA6A6291E}"/>
              </a:ext>
            </a:extLst>
          </p:cNvPr>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86" name="Google Shape;186;p3">
            <a:extLst>
              <a:ext uri="{FF2B5EF4-FFF2-40B4-BE49-F238E27FC236}">
                <a16:creationId xmlns:a16="http://schemas.microsoft.com/office/drawing/2014/main" id="{24781555-FBFB-7C90-69D6-C02196D6F7A7}"/>
              </a:ext>
            </a:extLst>
          </p:cNvPr>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lvl="0" algn="r">
              <a:buSzPts val="1200"/>
            </a:pPr>
            <a:r>
              <a:rPr lang="pl-PL" sz="1200" dirty="0"/>
              <a:t>Piotr Radziszewski, Andrzej </a:t>
            </a:r>
            <a:r>
              <a:rPr lang="pl-PL" sz="1200" dirty="0" err="1"/>
              <a:t>Żernaczuk</a:t>
            </a:r>
            <a:endParaRPr lang="pl-PL" sz="1200" dirty="0"/>
          </a:p>
        </p:txBody>
      </p:sp>
      <p:cxnSp>
        <p:nvCxnSpPr>
          <p:cNvPr id="187" name="Google Shape;187;p3">
            <a:extLst>
              <a:ext uri="{FF2B5EF4-FFF2-40B4-BE49-F238E27FC236}">
                <a16:creationId xmlns:a16="http://schemas.microsoft.com/office/drawing/2014/main" id="{9F417180-7A09-AA74-C36D-877422E0CCA0}"/>
              </a:ext>
            </a:extLst>
          </p:cNvPr>
          <p:cNvCxnSpPr/>
          <p:nvPr/>
        </p:nvCxnSpPr>
        <p:spPr>
          <a:xfrm>
            <a:off x="1080000" y="288001"/>
            <a:ext cx="0" cy="6300000"/>
          </a:xfrm>
          <a:prstGeom prst="straightConnector1">
            <a:avLst/>
          </a:prstGeom>
          <a:noFill/>
          <a:ln w="9525" cap="flat" cmpd="sng">
            <a:solidFill>
              <a:srgbClr val="C00000"/>
            </a:solidFill>
            <a:prstDash val="solid"/>
            <a:miter lim="800000"/>
            <a:headEnd type="none" w="sm" len="sm"/>
            <a:tailEnd type="none" w="sm" len="sm"/>
          </a:ln>
        </p:spPr>
      </p:cxnSp>
      <p:pic>
        <p:nvPicPr>
          <p:cNvPr id="188" name="Google Shape;188;p3">
            <a:extLst>
              <a:ext uri="{FF2B5EF4-FFF2-40B4-BE49-F238E27FC236}">
                <a16:creationId xmlns:a16="http://schemas.microsoft.com/office/drawing/2014/main" id="{27854B55-1D67-962F-84C3-451B8F28910E}"/>
              </a:ext>
            </a:extLst>
          </p:cNvPr>
          <p:cNvPicPr preferRelativeResize="0"/>
          <p:nvPr/>
        </p:nvPicPr>
        <p:blipFill rotWithShape="1">
          <a:blip r:embed="rId3">
            <a:alphaModFix/>
          </a:blip>
          <a:srcRect/>
          <a:stretch/>
        </p:blipFill>
        <p:spPr>
          <a:xfrm rot="-5400000">
            <a:off x="-1501574" y="1771573"/>
            <a:ext cx="4193631" cy="1190483"/>
          </a:xfrm>
          <a:prstGeom prst="rect">
            <a:avLst/>
          </a:prstGeom>
          <a:noFill/>
          <a:ln>
            <a:noFill/>
          </a:ln>
        </p:spPr>
      </p:pic>
      <p:sp>
        <p:nvSpPr>
          <p:cNvPr id="190" name="Google Shape;190;p3">
            <a:extLst>
              <a:ext uri="{FF2B5EF4-FFF2-40B4-BE49-F238E27FC236}">
                <a16:creationId xmlns:a16="http://schemas.microsoft.com/office/drawing/2014/main" id="{DC1C10F9-E91A-119F-2912-280800AFDA29}"/>
              </a:ext>
            </a:extLst>
          </p:cNvPr>
          <p:cNvSpPr/>
          <p:nvPr/>
        </p:nvSpPr>
        <p:spPr>
          <a:xfrm>
            <a:off x="360527" y="6085541"/>
            <a:ext cx="216000" cy="144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
            <a:extLst>
              <a:ext uri="{FF2B5EF4-FFF2-40B4-BE49-F238E27FC236}">
                <a16:creationId xmlns:a16="http://schemas.microsoft.com/office/drawing/2014/main" id="{722ACB84-F89E-4D46-08B5-DEBB6BE53A0E}"/>
              </a:ext>
            </a:extLst>
          </p:cNvPr>
          <p:cNvSpPr txBox="1"/>
          <p:nvPr/>
        </p:nvSpPr>
        <p:spPr>
          <a:xfrm>
            <a:off x="576527" y="6042029"/>
            <a:ext cx="392988"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000" b="1" dirty="0">
                <a:solidFill>
                  <a:srgbClr val="FF0000"/>
                </a:solidFill>
                <a:latin typeface="Calibri"/>
                <a:cs typeface="Calibri"/>
                <a:sym typeface="Calibri"/>
              </a:rPr>
              <a:t>10</a:t>
            </a:r>
            <a:endParaRPr dirty="0"/>
          </a:p>
        </p:txBody>
      </p:sp>
      <p:cxnSp>
        <p:nvCxnSpPr>
          <p:cNvPr id="192" name="Google Shape;192;p3">
            <a:extLst>
              <a:ext uri="{FF2B5EF4-FFF2-40B4-BE49-F238E27FC236}">
                <a16:creationId xmlns:a16="http://schemas.microsoft.com/office/drawing/2014/main" id="{AF1CCC00-E1D4-64E4-54BD-B6F989135144}"/>
              </a:ext>
            </a:extLst>
          </p:cNvPr>
          <p:cNvCxnSpPr/>
          <p:nvPr/>
        </p:nvCxnSpPr>
        <p:spPr>
          <a:xfrm>
            <a:off x="1524750" y="1190705"/>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93" name="Google Shape;193;p3">
            <a:extLst>
              <a:ext uri="{FF2B5EF4-FFF2-40B4-BE49-F238E27FC236}">
                <a16:creationId xmlns:a16="http://schemas.microsoft.com/office/drawing/2014/main" id="{A6FF3793-D811-EC52-A04D-77D235883287}"/>
              </a:ext>
            </a:extLst>
          </p:cNvPr>
          <p:cNvSpPr txBox="1"/>
          <p:nvPr/>
        </p:nvSpPr>
        <p:spPr>
          <a:xfrm>
            <a:off x="1583474" y="548667"/>
            <a:ext cx="6139543"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b="1" dirty="0" err="1">
                <a:solidFill>
                  <a:schemeClr val="dk1"/>
                </a:solidFill>
              </a:rPr>
              <a:t>Reward</a:t>
            </a:r>
            <a:r>
              <a:rPr lang="pl-PL" sz="2400" b="1" dirty="0">
                <a:solidFill>
                  <a:schemeClr val="dk1"/>
                </a:solidFill>
              </a:rPr>
              <a:t> </a:t>
            </a:r>
            <a:r>
              <a:rPr lang="pl-PL" sz="2400" b="1" dirty="0" err="1">
                <a:solidFill>
                  <a:schemeClr val="dk1"/>
                </a:solidFill>
              </a:rPr>
              <a:t>shaping</a:t>
            </a:r>
            <a:r>
              <a:rPr lang="pl-PL" sz="2400" b="1" dirty="0">
                <a:solidFill>
                  <a:schemeClr val="dk1"/>
                </a:solidFill>
              </a:rPr>
              <a:t> </a:t>
            </a:r>
            <a:r>
              <a:rPr lang="pl-PL" sz="2400" b="1" dirty="0" err="1">
                <a:solidFill>
                  <a:schemeClr val="dk1"/>
                </a:solidFill>
              </a:rPr>
              <a:t>choices</a:t>
            </a:r>
            <a:endParaRPr dirty="0"/>
          </a:p>
        </p:txBody>
      </p:sp>
      <p:sp>
        <p:nvSpPr>
          <p:cNvPr id="6" name="Google Shape;210;p4">
            <a:extLst>
              <a:ext uri="{FF2B5EF4-FFF2-40B4-BE49-F238E27FC236}">
                <a16:creationId xmlns:a16="http://schemas.microsoft.com/office/drawing/2014/main" id="{47FAB7D2-76BA-245D-6586-E0FC5736CA25}"/>
              </a:ext>
            </a:extLst>
          </p:cNvPr>
          <p:cNvSpPr txBox="1"/>
          <p:nvPr/>
        </p:nvSpPr>
        <p:spPr>
          <a:xfrm>
            <a:off x="1583474" y="1314363"/>
            <a:ext cx="6784670" cy="4247276"/>
          </a:xfrm>
          <a:prstGeom prst="rect">
            <a:avLst/>
          </a:prstGeom>
          <a:noFill/>
          <a:ln>
            <a:noFill/>
          </a:ln>
        </p:spPr>
        <p:txBody>
          <a:bodyPr spcFirstLastPara="1" wrap="square" lIns="91425" tIns="45700" rIns="91425" bIns="45700" anchor="t" anchorCtr="0">
            <a:spAutoFit/>
          </a:bodyPr>
          <a:lstStyle/>
          <a:p>
            <a:pPr marL="285750" indent="-285750">
              <a:lnSpc>
                <a:spcPct val="150000"/>
              </a:lnSpc>
              <a:buFont typeface="Arial" panose="020B0604020202020204" pitchFamily="34" charset="0"/>
              <a:buChar char="•"/>
            </a:pPr>
            <a:r>
              <a:rPr lang="en-US" sz="1800" b="1" dirty="0">
                <a:latin typeface="Calibri" panose="020F0502020204030204" pitchFamily="34" charset="0"/>
                <a:cs typeface="Calibri" panose="020F0502020204030204" pitchFamily="34" charset="0"/>
              </a:rPr>
              <a:t>r0 baseline </a:t>
            </a:r>
            <a:r>
              <a:rPr lang="en-US" sz="1800" dirty="0">
                <a:latin typeface="Calibri" panose="020F0502020204030204" pitchFamily="34" charset="0"/>
                <a:cs typeface="Calibri" panose="020F0502020204030204" pitchFamily="34" charset="0"/>
              </a:rPr>
              <a:t>uses the original Blackjack rewards (+1 win, 0 draw, −1 loss) with no shaping</a:t>
            </a:r>
          </a:p>
          <a:p>
            <a:pPr>
              <a:lnSpc>
                <a:spcPct val="150000"/>
              </a:lnSpc>
            </a:pPr>
            <a:endParaRPr lang="en-US" sz="18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800" b="1" dirty="0">
                <a:latin typeface="Calibri" panose="020F0502020204030204" pitchFamily="34" charset="0"/>
                <a:cs typeface="Calibri" panose="020F0502020204030204" pitchFamily="34" charset="0"/>
              </a:rPr>
              <a:t>r1 step penalty</a:t>
            </a:r>
            <a:r>
              <a:rPr lang="en-US" sz="1800" dirty="0">
                <a:latin typeface="Calibri" panose="020F0502020204030204" pitchFamily="34" charset="0"/>
                <a:cs typeface="Calibri" panose="020F0502020204030204" pitchFamily="34" charset="0"/>
              </a:rPr>
              <a:t> subtracts 0.01 on each non‑terminal step, encouraging shorter episodes and more decisive play when the expected benefit of hitting is low.</a:t>
            </a:r>
          </a:p>
          <a:p>
            <a:pPr marL="285750" indent="-285750">
              <a:lnSpc>
                <a:spcPct val="150000"/>
              </a:lnSpc>
              <a:buFont typeface="Arial" panose="020B0604020202020204" pitchFamily="34" charset="0"/>
              <a:buChar char="•"/>
            </a:pPr>
            <a:endParaRPr lang="en-US" sz="18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800" b="1" dirty="0">
                <a:latin typeface="Calibri" panose="020F0502020204030204" pitchFamily="34" charset="0"/>
                <a:cs typeface="Calibri" panose="020F0502020204030204" pitchFamily="34" charset="0"/>
              </a:rPr>
              <a:t>r2 bust penalty </a:t>
            </a:r>
            <a:r>
              <a:rPr lang="en-US" sz="1800" dirty="0">
                <a:latin typeface="Calibri" panose="020F0502020204030204" pitchFamily="34" charset="0"/>
                <a:cs typeface="Calibri" panose="020F0502020204030204" pitchFamily="34" charset="0"/>
              </a:rPr>
              <a:t>subtracts an extra 0.5 on terminal losses, explicitly discouraging risky actions that increase bust probability.</a:t>
            </a:r>
          </a:p>
          <a:p>
            <a:pPr>
              <a:lnSpc>
                <a:spcPct val="150000"/>
              </a:lnSpc>
            </a:pPr>
            <a:endParaRPr lang="en-US" sz="1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988090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B70FA6F5-3713-6414-CADE-9D80FE5ECBBA}"/>
            </a:ext>
          </a:extLst>
        </p:cNvPr>
        <p:cNvGrpSpPr/>
        <p:nvPr/>
      </p:nvGrpSpPr>
      <p:grpSpPr>
        <a:xfrm>
          <a:off x="0" y="0"/>
          <a:ext cx="0" cy="0"/>
          <a:chOff x="0" y="0"/>
          <a:chExt cx="0" cy="0"/>
        </a:xfrm>
      </p:grpSpPr>
      <p:cxnSp>
        <p:nvCxnSpPr>
          <p:cNvPr id="185" name="Google Shape;185;p3">
            <a:extLst>
              <a:ext uri="{FF2B5EF4-FFF2-40B4-BE49-F238E27FC236}">
                <a16:creationId xmlns:a16="http://schemas.microsoft.com/office/drawing/2014/main" id="{247474A2-9413-2BF0-57E6-4FCC7ED6CBDE}"/>
              </a:ext>
            </a:extLst>
          </p:cNvPr>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86" name="Google Shape;186;p3">
            <a:extLst>
              <a:ext uri="{FF2B5EF4-FFF2-40B4-BE49-F238E27FC236}">
                <a16:creationId xmlns:a16="http://schemas.microsoft.com/office/drawing/2014/main" id="{2AB5B38A-A371-1BA8-4869-80254C6D45E1}"/>
              </a:ext>
            </a:extLst>
          </p:cNvPr>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lvl="0" algn="r">
              <a:buSzPts val="1200"/>
            </a:pPr>
            <a:r>
              <a:rPr lang="pl-PL" sz="1200" dirty="0"/>
              <a:t>Piotr Radziszewski, Andrzej </a:t>
            </a:r>
            <a:r>
              <a:rPr lang="pl-PL" sz="1200" dirty="0" err="1"/>
              <a:t>Żernaczuk</a:t>
            </a:r>
            <a:endParaRPr lang="pl-PL" sz="1200" dirty="0"/>
          </a:p>
        </p:txBody>
      </p:sp>
      <p:cxnSp>
        <p:nvCxnSpPr>
          <p:cNvPr id="187" name="Google Shape;187;p3">
            <a:extLst>
              <a:ext uri="{FF2B5EF4-FFF2-40B4-BE49-F238E27FC236}">
                <a16:creationId xmlns:a16="http://schemas.microsoft.com/office/drawing/2014/main" id="{CDE2A7BA-303A-7D0E-09A0-C61B1DB6A3A8}"/>
              </a:ext>
            </a:extLst>
          </p:cNvPr>
          <p:cNvCxnSpPr/>
          <p:nvPr/>
        </p:nvCxnSpPr>
        <p:spPr>
          <a:xfrm>
            <a:off x="1080000" y="288001"/>
            <a:ext cx="0" cy="6300000"/>
          </a:xfrm>
          <a:prstGeom prst="straightConnector1">
            <a:avLst/>
          </a:prstGeom>
          <a:noFill/>
          <a:ln w="9525" cap="flat" cmpd="sng">
            <a:solidFill>
              <a:srgbClr val="C00000"/>
            </a:solidFill>
            <a:prstDash val="solid"/>
            <a:miter lim="800000"/>
            <a:headEnd type="none" w="sm" len="sm"/>
            <a:tailEnd type="none" w="sm" len="sm"/>
          </a:ln>
        </p:spPr>
      </p:cxnSp>
      <p:pic>
        <p:nvPicPr>
          <p:cNvPr id="188" name="Google Shape;188;p3">
            <a:extLst>
              <a:ext uri="{FF2B5EF4-FFF2-40B4-BE49-F238E27FC236}">
                <a16:creationId xmlns:a16="http://schemas.microsoft.com/office/drawing/2014/main" id="{4E407D17-E0A7-C967-9ABB-5726326F7C7E}"/>
              </a:ext>
            </a:extLst>
          </p:cNvPr>
          <p:cNvPicPr preferRelativeResize="0"/>
          <p:nvPr/>
        </p:nvPicPr>
        <p:blipFill rotWithShape="1">
          <a:blip r:embed="rId3">
            <a:alphaModFix/>
          </a:blip>
          <a:srcRect/>
          <a:stretch/>
        </p:blipFill>
        <p:spPr>
          <a:xfrm rot="-5400000">
            <a:off x="-1501574" y="1771573"/>
            <a:ext cx="4193631" cy="1190483"/>
          </a:xfrm>
          <a:prstGeom prst="rect">
            <a:avLst/>
          </a:prstGeom>
          <a:noFill/>
          <a:ln>
            <a:noFill/>
          </a:ln>
        </p:spPr>
      </p:pic>
      <p:sp>
        <p:nvSpPr>
          <p:cNvPr id="190" name="Google Shape;190;p3">
            <a:extLst>
              <a:ext uri="{FF2B5EF4-FFF2-40B4-BE49-F238E27FC236}">
                <a16:creationId xmlns:a16="http://schemas.microsoft.com/office/drawing/2014/main" id="{6ED17D4D-9218-04A5-291A-ACA511196B77}"/>
              </a:ext>
            </a:extLst>
          </p:cNvPr>
          <p:cNvSpPr/>
          <p:nvPr/>
        </p:nvSpPr>
        <p:spPr>
          <a:xfrm>
            <a:off x="360527" y="6085541"/>
            <a:ext cx="216000" cy="144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
            <a:extLst>
              <a:ext uri="{FF2B5EF4-FFF2-40B4-BE49-F238E27FC236}">
                <a16:creationId xmlns:a16="http://schemas.microsoft.com/office/drawing/2014/main" id="{AECE5B6E-7406-FC96-2AE0-F0CD8FEABB96}"/>
              </a:ext>
            </a:extLst>
          </p:cNvPr>
          <p:cNvSpPr txBox="1"/>
          <p:nvPr/>
        </p:nvSpPr>
        <p:spPr>
          <a:xfrm>
            <a:off x="576527" y="6042029"/>
            <a:ext cx="392988"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000" b="1" dirty="0">
                <a:solidFill>
                  <a:srgbClr val="FF0000"/>
                </a:solidFill>
                <a:latin typeface="Calibri"/>
                <a:cs typeface="Calibri"/>
                <a:sym typeface="Calibri"/>
              </a:rPr>
              <a:t>11</a:t>
            </a:r>
            <a:endParaRPr dirty="0"/>
          </a:p>
        </p:txBody>
      </p:sp>
      <p:cxnSp>
        <p:nvCxnSpPr>
          <p:cNvPr id="192" name="Google Shape;192;p3">
            <a:extLst>
              <a:ext uri="{FF2B5EF4-FFF2-40B4-BE49-F238E27FC236}">
                <a16:creationId xmlns:a16="http://schemas.microsoft.com/office/drawing/2014/main" id="{8EBCCB2C-FA11-5DE3-6610-73A7FD61F129}"/>
              </a:ext>
            </a:extLst>
          </p:cNvPr>
          <p:cNvCxnSpPr/>
          <p:nvPr/>
        </p:nvCxnSpPr>
        <p:spPr>
          <a:xfrm>
            <a:off x="1524750" y="1190705"/>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93" name="Google Shape;193;p3">
            <a:extLst>
              <a:ext uri="{FF2B5EF4-FFF2-40B4-BE49-F238E27FC236}">
                <a16:creationId xmlns:a16="http://schemas.microsoft.com/office/drawing/2014/main" id="{65D82539-E75A-B971-E0DC-7E80FA350B4C}"/>
              </a:ext>
            </a:extLst>
          </p:cNvPr>
          <p:cNvSpPr txBox="1"/>
          <p:nvPr/>
        </p:nvSpPr>
        <p:spPr>
          <a:xfrm>
            <a:off x="1583474" y="548667"/>
            <a:ext cx="6139543"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b="1" dirty="0" err="1">
                <a:solidFill>
                  <a:schemeClr val="dk1"/>
                </a:solidFill>
                <a:latin typeface="Arial"/>
                <a:ea typeface="Arial"/>
                <a:cs typeface="Arial"/>
                <a:sym typeface="Arial"/>
              </a:rPr>
              <a:t>Hyperparameters</a:t>
            </a:r>
            <a:r>
              <a:rPr lang="pl-PL" sz="2400" b="1" dirty="0">
                <a:solidFill>
                  <a:schemeClr val="dk1"/>
                </a:solidFill>
                <a:latin typeface="Arial"/>
                <a:ea typeface="Arial"/>
                <a:cs typeface="Arial"/>
                <a:sym typeface="Arial"/>
              </a:rPr>
              <a:t> </a:t>
            </a:r>
            <a:r>
              <a:rPr lang="pl-PL" sz="2400" b="1" dirty="0" err="1">
                <a:solidFill>
                  <a:schemeClr val="dk1"/>
                </a:solidFill>
                <a:latin typeface="Arial"/>
                <a:ea typeface="Arial"/>
                <a:cs typeface="Arial"/>
                <a:sym typeface="Arial"/>
              </a:rPr>
              <a:t>tuning</a:t>
            </a:r>
            <a:endParaRPr dirty="0"/>
          </a:p>
        </p:txBody>
      </p:sp>
      <p:sp>
        <p:nvSpPr>
          <p:cNvPr id="6" name="Google Shape;210;p4">
            <a:extLst>
              <a:ext uri="{FF2B5EF4-FFF2-40B4-BE49-F238E27FC236}">
                <a16:creationId xmlns:a16="http://schemas.microsoft.com/office/drawing/2014/main" id="{77E3C349-3F9C-8C4A-D5DE-B8E442A35448}"/>
              </a:ext>
            </a:extLst>
          </p:cNvPr>
          <p:cNvSpPr txBox="1"/>
          <p:nvPr/>
        </p:nvSpPr>
        <p:spPr>
          <a:xfrm>
            <a:off x="1583474" y="1314363"/>
            <a:ext cx="6784670" cy="3416279"/>
          </a:xfrm>
          <a:prstGeom prst="rect">
            <a:avLst/>
          </a:prstGeom>
          <a:noFill/>
          <a:ln>
            <a:noFill/>
          </a:ln>
        </p:spPr>
        <p:txBody>
          <a:bodyPr spcFirstLastPara="1" wrap="square" lIns="91425" tIns="45700" rIns="91425" bIns="45700" anchor="t" anchorCtr="0">
            <a:spAutoFit/>
          </a:bodyPr>
          <a:lstStyle/>
          <a:p>
            <a:pPr marL="285750" indent="-28575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We tuned separately on r0, r1, and r2 for both algorithms, so each reward mode has its own best hyperparameters.</a:t>
            </a:r>
          </a:p>
          <a:p>
            <a:pPr marL="285750" indent="-285750">
              <a:lnSpc>
                <a:spcPct val="150000"/>
              </a:lnSpc>
              <a:buFont typeface="Arial" panose="020B0604020202020204" pitchFamily="34" charset="0"/>
              <a:buChar char="•"/>
            </a:pPr>
            <a:endParaRPr lang="en-US" sz="18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That avoids optimizing for the wrong objective when shaping changes incentives.</a:t>
            </a:r>
          </a:p>
          <a:p>
            <a:pPr>
              <a:lnSpc>
                <a:spcPct val="150000"/>
              </a:lnSpc>
            </a:pPr>
            <a:endParaRPr lang="en-US" sz="18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Final approach: use the best tuned config per reward mode for the 3‑seed training runs and analysis.</a:t>
            </a:r>
          </a:p>
        </p:txBody>
      </p:sp>
    </p:spTree>
    <p:extLst>
      <p:ext uri="{BB962C8B-B14F-4D97-AF65-F5344CB8AC3E}">
        <p14:creationId xmlns:p14="http://schemas.microsoft.com/office/powerpoint/2010/main" val="924895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50DADE3B-FB44-BA3B-95A9-BD74CD21D5AD}"/>
            </a:ext>
          </a:extLst>
        </p:cNvPr>
        <p:cNvGrpSpPr/>
        <p:nvPr/>
      </p:nvGrpSpPr>
      <p:grpSpPr>
        <a:xfrm>
          <a:off x="0" y="0"/>
          <a:ext cx="0" cy="0"/>
          <a:chOff x="0" y="0"/>
          <a:chExt cx="0" cy="0"/>
        </a:xfrm>
      </p:grpSpPr>
      <p:cxnSp>
        <p:nvCxnSpPr>
          <p:cNvPr id="185" name="Google Shape;185;p3">
            <a:extLst>
              <a:ext uri="{FF2B5EF4-FFF2-40B4-BE49-F238E27FC236}">
                <a16:creationId xmlns:a16="http://schemas.microsoft.com/office/drawing/2014/main" id="{03B52A6A-1A67-AA4B-B0DF-527AE1BBD85C}"/>
              </a:ext>
            </a:extLst>
          </p:cNvPr>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86" name="Google Shape;186;p3">
            <a:extLst>
              <a:ext uri="{FF2B5EF4-FFF2-40B4-BE49-F238E27FC236}">
                <a16:creationId xmlns:a16="http://schemas.microsoft.com/office/drawing/2014/main" id="{BB008BC9-32D8-B0FA-DC3A-C2DAF36BE7F6}"/>
              </a:ext>
            </a:extLst>
          </p:cNvPr>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lvl="0" algn="r">
              <a:buSzPts val="1200"/>
            </a:pPr>
            <a:r>
              <a:rPr lang="pl-PL" sz="1200" dirty="0"/>
              <a:t>Piotr Radziszewski, Andrzej </a:t>
            </a:r>
            <a:r>
              <a:rPr lang="pl-PL" sz="1200" dirty="0" err="1"/>
              <a:t>Żernaczuk</a:t>
            </a:r>
            <a:endParaRPr lang="pl-PL" sz="1200" dirty="0"/>
          </a:p>
        </p:txBody>
      </p:sp>
      <p:cxnSp>
        <p:nvCxnSpPr>
          <p:cNvPr id="187" name="Google Shape;187;p3">
            <a:extLst>
              <a:ext uri="{FF2B5EF4-FFF2-40B4-BE49-F238E27FC236}">
                <a16:creationId xmlns:a16="http://schemas.microsoft.com/office/drawing/2014/main" id="{B4416D55-2A57-6E57-3A94-DE565A6C2FF2}"/>
              </a:ext>
            </a:extLst>
          </p:cNvPr>
          <p:cNvCxnSpPr/>
          <p:nvPr/>
        </p:nvCxnSpPr>
        <p:spPr>
          <a:xfrm>
            <a:off x="1080000" y="288001"/>
            <a:ext cx="0" cy="6300000"/>
          </a:xfrm>
          <a:prstGeom prst="straightConnector1">
            <a:avLst/>
          </a:prstGeom>
          <a:noFill/>
          <a:ln w="9525" cap="flat" cmpd="sng">
            <a:solidFill>
              <a:srgbClr val="C00000"/>
            </a:solidFill>
            <a:prstDash val="solid"/>
            <a:miter lim="800000"/>
            <a:headEnd type="none" w="sm" len="sm"/>
            <a:tailEnd type="none" w="sm" len="sm"/>
          </a:ln>
        </p:spPr>
      </p:cxnSp>
      <p:pic>
        <p:nvPicPr>
          <p:cNvPr id="188" name="Google Shape;188;p3">
            <a:extLst>
              <a:ext uri="{FF2B5EF4-FFF2-40B4-BE49-F238E27FC236}">
                <a16:creationId xmlns:a16="http://schemas.microsoft.com/office/drawing/2014/main" id="{3C5A02A1-9348-1142-5317-0C60AFCC433C}"/>
              </a:ext>
            </a:extLst>
          </p:cNvPr>
          <p:cNvPicPr preferRelativeResize="0"/>
          <p:nvPr/>
        </p:nvPicPr>
        <p:blipFill rotWithShape="1">
          <a:blip r:embed="rId3">
            <a:alphaModFix/>
          </a:blip>
          <a:srcRect/>
          <a:stretch/>
        </p:blipFill>
        <p:spPr>
          <a:xfrm rot="-5400000">
            <a:off x="-1501574" y="1771573"/>
            <a:ext cx="4193631" cy="1190483"/>
          </a:xfrm>
          <a:prstGeom prst="rect">
            <a:avLst/>
          </a:prstGeom>
          <a:noFill/>
          <a:ln>
            <a:noFill/>
          </a:ln>
        </p:spPr>
      </p:pic>
      <p:sp>
        <p:nvSpPr>
          <p:cNvPr id="190" name="Google Shape;190;p3">
            <a:extLst>
              <a:ext uri="{FF2B5EF4-FFF2-40B4-BE49-F238E27FC236}">
                <a16:creationId xmlns:a16="http://schemas.microsoft.com/office/drawing/2014/main" id="{D4EC5D19-2C9C-5D8F-23B5-BDA11D347A91}"/>
              </a:ext>
            </a:extLst>
          </p:cNvPr>
          <p:cNvSpPr/>
          <p:nvPr/>
        </p:nvSpPr>
        <p:spPr>
          <a:xfrm>
            <a:off x="360527" y="6085541"/>
            <a:ext cx="216000" cy="144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
            <a:extLst>
              <a:ext uri="{FF2B5EF4-FFF2-40B4-BE49-F238E27FC236}">
                <a16:creationId xmlns:a16="http://schemas.microsoft.com/office/drawing/2014/main" id="{4B03A608-3C6C-2D98-37E2-416C110CF433}"/>
              </a:ext>
            </a:extLst>
          </p:cNvPr>
          <p:cNvSpPr txBox="1"/>
          <p:nvPr/>
        </p:nvSpPr>
        <p:spPr>
          <a:xfrm>
            <a:off x="576527" y="6042029"/>
            <a:ext cx="392986"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000" b="1" dirty="0">
                <a:solidFill>
                  <a:srgbClr val="FF0000"/>
                </a:solidFill>
                <a:latin typeface="Calibri"/>
                <a:cs typeface="Calibri"/>
                <a:sym typeface="Calibri"/>
              </a:rPr>
              <a:t>12</a:t>
            </a:r>
            <a:endParaRPr dirty="0"/>
          </a:p>
        </p:txBody>
      </p:sp>
      <p:cxnSp>
        <p:nvCxnSpPr>
          <p:cNvPr id="192" name="Google Shape;192;p3">
            <a:extLst>
              <a:ext uri="{FF2B5EF4-FFF2-40B4-BE49-F238E27FC236}">
                <a16:creationId xmlns:a16="http://schemas.microsoft.com/office/drawing/2014/main" id="{03654BF3-2946-AD1D-80FE-F3786B134CFC}"/>
              </a:ext>
            </a:extLst>
          </p:cNvPr>
          <p:cNvCxnSpPr/>
          <p:nvPr/>
        </p:nvCxnSpPr>
        <p:spPr>
          <a:xfrm>
            <a:off x="1524750" y="1190705"/>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93" name="Google Shape;193;p3">
            <a:extLst>
              <a:ext uri="{FF2B5EF4-FFF2-40B4-BE49-F238E27FC236}">
                <a16:creationId xmlns:a16="http://schemas.microsoft.com/office/drawing/2014/main" id="{1FAC025B-82F7-8F04-92B5-AE80FC60817E}"/>
              </a:ext>
            </a:extLst>
          </p:cNvPr>
          <p:cNvSpPr txBox="1"/>
          <p:nvPr/>
        </p:nvSpPr>
        <p:spPr>
          <a:xfrm>
            <a:off x="1583474" y="548667"/>
            <a:ext cx="6139543"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b="1" dirty="0" err="1">
                <a:solidFill>
                  <a:schemeClr val="dk1"/>
                </a:solidFill>
              </a:rPr>
              <a:t>Hyperparameter</a:t>
            </a:r>
            <a:r>
              <a:rPr lang="pl-PL" sz="2400" b="1" dirty="0">
                <a:solidFill>
                  <a:schemeClr val="dk1"/>
                </a:solidFill>
              </a:rPr>
              <a:t> </a:t>
            </a:r>
            <a:r>
              <a:rPr lang="pl-PL" sz="2400" b="1" dirty="0" err="1">
                <a:solidFill>
                  <a:schemeClr val="dk1"/>
                </a:solidFill>
              </a:rPr>
              <a:t>tuning</a:t>
            </a:r>
            <a:r>
              <a:rPr lang="pl-PL" sz="2400" b="1" dirty="0">
                <a:solidFill>
                  <a:schemeClr val="dk1"/>
                </a:solidFill>
              </a:rPr>
              <a:t> </a:t>
            </a:r>
            <a:r>
              <a:rPr lang="pl-PL" sz="2400" b="1" dirty="0" err="1">
                <a:solidFill>
                  <a:schemeClr val="dk1"/>
                </a:solidFill>
              </a:rPr>
              <a:t>continuation</a:t>
            </a:r>
            <a:endParaRPr dirty="0"/>
          </a:p>
        </p:txBody>
      </p:sp>
      <p:sp>
        <p:nvSpPr>
          <p:cNvPr id="6" name="Google Shape;210;p4">
            <a:extLst>
              <a:ext uri="{FF2B5EF4-FFF2-40B4-BE49-F238E27FC236}">
                <a16:creationId xmlns:a16="http://schemas.microsoft.com/office/drawing/2014/main" id="{45C5EC24-DE62-994F-F266-3B2F17806CAB}"/>
              </a:ext>
            </a:extLst>
          </p:cNvPr>
          <p:cNvSpPr txBox="1"/>
          <p:nvPr/>
        </p:nvSpPr>
        <p:spPr>
          <a:xfrm>
            <a:off x="1583474" y="1231060"/>
            <a:ext cx="6784670" cy="4662775"/>
          </a:xfrm>
          <a:prstGeom prst="rect">
            <a:avLst/>
          </a:prstGeom>
          <a:noFill/>
          <a:ln>
            <a:noFill/>
          </a:ln>
        </p:spPr>
        <p:txBody>
          <a:bodyPr spcFirstLastPara="1" wrap="square" lIns="91425" tIns="45700" rIns="91425" bIns="45700" anchor="t" anchorCtr="0">
            <a:spAutoFit/>
          </a:bodyPr>
          <a:lstStyle/>
          <a:p>
            <a:pPr marL="285750" indent="-28575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Strategy: Both </a:t>
            </a:r>
            <a:r>
              <a:rPr lang="en-US" sz="1800" dirty="0" err="1">
                <a:latin typeface="Calibri" panose="020F0502020204030204" pitchFamily="34" charset="0"/>
                <a:cs typeface="Calibri" panose="020F0502020204030204" pitchFamily="34" charset="0"/>
              </a:rPr>
              <a:t>DoubleQ</a:t>
            </a:r>
            <a:r>
              <a:rPr lang="en-US" sz="1800" dirty="0">
                <a:latin typeface="Calibri" panose="020F0502020204030204" pitchFamily="34" charset="0"/>
                <a:cs typeface="Calibri" panose="020F0502020204030204" pitchFamily="34" charset="0"/>
              </a:rPr>
              <a:t> and A2C use grid search over discrete hyperparameter grids.</a:t>
            </a:r>
          </a:p>
          <a:p>
            <a:pPr marL="285750" indent="-285750">
              <a:lnSpc>
                <a:spcPct val="150000"/>
              </a:lnSpc>
              <a:buFont typeface="Arial" panose="020B0604020202020204" pitchFamily="34" charset="0"/>
              <a:buChar char="•"/>
            </a:pPr>
            <a:endParaRPr lang="en-US" sz="18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800" dirty="0" err="1">
                <a:latin typeface="Calibri" panose="020F0502020204030204" pitchFamily="34" charset="0"/>
                <a:cs typeface="Calibri" panose="020F0502020204030204" pitchFamily="34" charset="0"/>
              </a:rPr>
              <a:t>DoubleQ</a:t>
            </a:r>
            <a:r>
              <a:rPr lang="en-US" sz="1800" dirty="0">
                <a:latin typeface="Calibri" panose="020F0502020204030204" pitchFamily="34" charset="0"/>
                <a:cs typeface="Calibri" panose="020F0502020204030204" pitchFamily="34" charset="0"/>
              </a:rPr>
              <a:t>: 96 configurations tested (4×3×2×4), each evaluated across 3 seeds.</a:t>
            </a:r>
          </a:p>
          <a:p>
            <a:pPr marL="285750" indent="-285750">
              <a:lnSpc>
                <a:spcPct val="150000"/>
              </a:lnSpc>
              <a:buFont typeface="Arial" panose="020B0604020202020204" pitchFamily="34" charset="0"/>
              <a:buChar char="•"/>
            </a:pPr>
            <a:endParaRPr lang="en-US" sz="18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A2C: 96 configurations tested (4×3×2×2×2), each evaluated across 3 seeds.</a:t>
            </a:r>
          </a:p>
          <a:p>
            <a:pPr marL="285750" indent="-285750">
              <a:lnSpc>
                <a:spcPct val="150000"/>
              </a:lnSpc>
              <a:buFont typeface="Arial" panose="020B0604020202020204" pitchFamily="34" charset="0"/>
              <a:buChar char="•"/>
            </a:pPr>
            <a:endParaRPr lang="en-US" sz="18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Best config per reward mode is selected by mean eval return across seeds.</a:t>
            </a:r>
          </a:p>
        </p:txBody>
      </p:sp>
    </p:spTree>
    <p:extLst>
      <p:ext uri="{BB962C8B-B14F-4D97-AF65-F5344CB8AC3E}">
        <p14:creationId xmlns:p14="http://schemas.microsoft.com/office/powerpoint/2010/main" val="6367543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8A660C8E-1CD3-01D4-79FF-00A9969531A2}"/>
            </a:ext>
          </a:extLst>
        </p:cNvPr>
        <p:cNvGrpSpPr/>
        <p:nvPr/>
      </p:nvGrpSpPr>
      <p:grpSpPr>
        <a:xfrm>
          <a:off x="0" y="0"/>
          <a:ext cx="0" cy="0"/>
          <a:chOff x="0" y="0"/>
          <a:chExt cx="0" cy="0"/>
        </a:xfrm>
      </p:grpSpPr>
      <p:cxnSp>
        <p:nvCxnSpPr>
          <p:cNvPr id="185" name="Google Shape;185;p3">
            <a:extLst>
              <a:ext uri="{FF2B5EF4-FFF2-40B4-BE49-F238E27FC236}">
                <a16:creationId xmlns:a16="http://schemas.microsoft.com/office/drawing/2014/main" id="{F0AB3451-0691-8DE4-9813-17DF8C98B7DA}"/>
              </a:ext>
            </a:extLst>
          </p:cNvPr>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86" name="Google Shape;186;p3">
            <a:extLst>
              <a:ext uri="{FF2B5EF4-FFF2-40B4-BE49-F238E27FC236}">
                <a16:creationId xmlns:a16="http://schemas.microsoft.com/office/drawing/2014/main" id="{D08C41E0-0A43-C894-6D91-04F1F021E5E2}"/>
              </a:ext>
            </a:extLst>
          </p:cNvPr>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lvl="0" algn="r">
              <a:buSzPts val="1200"/>
            </a:pPr>
            <a:r>
              <a:rPr lang="pl-PL" sz="1200" dirty="0"/>
              <a:t>Piotr Radziszewski, Andrzej </a:t>
            </a:r>
            <a:r>
              <a:rPr lang="pl-PL" sz="1200" dirty="0" err="1"/>
              <a:t>Żernaczuk</a:t>
            </a:r>
            <a:endParaRPr lang="pl-PL" sz="1200" dirty="0"/>
          </a:p>
        </p:txBody>
      </p:sp>
      <p:cxnSp>
        <p:nvCxnSpPr>
          <p:cNvPr id="187" name="Google Shape;187;p3">
            <a:extLst>
              <a:ext uri="{FF2B5EF4-FFF2-40B4-BE49-F238E27FC236}">
                <a16:creationId xmlns:a16="http://schemas.microsoft.com/office/drawing/2014/main" id="{8FE6144D-478C-DCDA-B14A-0A510013597A}"/>
              </a:ext>
            </a:extLst>
          </p:cNvPr>
          <p:cNvCxnSpPr/>
          <p:nvPr/>
        </p:nvCxnSpPr>
        <p:spPr>
          <a:xfrm>
            <a:off x="1080000" y="288001"/>
            <a:ext cx="0" cy="6300000"/>
          </a:xfrm>
          <a:prstGeom prst="straightConnector1">
            <a:avLst/>
          </a:prstGeom>
          <a:noFill/>
          <a:ln w="9525" cap="flat" cmpd="sng">
            <a:solidFill>
              <a:srgbClr val="C00000"/>
            </a:solidFill>
            <a:prstDash val="solid"/>
            <a:miter lim="800000"/>
            <a:headEnd type="none" w="sm" len="sm"/>
            <a:tailEnd type="none" w="sm" len="sm"/>
          </a:ln>
        </p:spPr>
      </p:cxnSp>
      <p:pic>
        <p:nvPicPr>
          <p:cNvPr id="188" name="Google Shape;188;p3">
            <a:extLst>
              <a:ext uri="{FF2B5EF4-FFF2-40B4-BE49-F238E27FC236}">
                <a16:creationId xmlns:a16="http://schemas.microsoft.com/office/drawing/2014/main" id="{DB87EB1F-C787-1679-4297-B4E18DC6738A}"/>
              </a:ext>
            </a:extLst>
          </p:cNvPr>
          <p:cNvPicPr preferRelativeResize="0"/>
          <p:nvPr/>
        </p:nvPicPr>
        <p:blipFill rotWithShape="1">
          <a:blip r:embed="rId3">
            <a:alphaModFix/>
          </a:blip>
          <a:srcRect/>
          <a:stretch/>
        </p:blipFill>
        <p:spPr>
          <a:xfrm rot="-5400000">
            <a:off x="-1501574" y="1771573"/>
            <a:ext cx="4193631" cy="1190483"/>
          </a:xfrm>
          <a:prstGeom prst="rect">
            <a:avLst/>
          </a:prstGeom>
          <a:noFill/>
          <a:ln>
            <a:noFill/>
          </a:ln>
        </p:spPr>
      </p:pic>
      <p:sp>
        <p:nvSpPr>
          <p:cNvPr id="190" name="Google Shape;190;p3">
            <a:extLst>
              <a:ext uri="{FF2B5EF4-FFF2-40B4-BE49-F238E27FC236}">
                <a16:creationId xmlns:a16="http://schemas.microsoft.com/office/drawing/2014/main" id="{4F87FD9A-8F30-0FB1-21F8-308010975FFE}"/>
              </a:ext>
            </a:extLst>
          </p:cNvPr>
          <p:cNvSpPr/>
          <p:nvPr/>
        </p:nvSpPr>
        <p:spPr>
          <a:xfrm>
            <a:off x="360527" y="6085541"/>
            <a:ext cx="216000" cy="144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
            <a:extLst>
              <a:ext uri="{FF2B5EF4-FFF2-40B4-BE49-F238E27FC236}">
                <a16:creationId xmlns:a16="http://schemas.microsoft.com/office/drawing/2014/main" id="{DE05CF4C-9CD5-217A-C983-B73DF5D96683}"/>
              </a:ext>
            </a:extLst>
          </p:cNvPr>
          <p:cNvSpPr txBox="1"/>
          <p:nvPr/>
        </p:nvSpPr>
        <p:spPr>
          <a:xfrm>
            <a:off x="576527" y="6042029"/>
            <a:ext cx="392986"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000" b="1" dirty="0">
                <a:solidFill>
                  <a:srgbClr val="FF0000"/>
                </a:solidFill>
                <a:latin typeface="Calibri"/>
                <a:cs typeface="Calibri"/>
                <a:sym typeface="Calibri"/>
              </a:rPr>
              <a:t>13</a:t>
            </a:r>
            <a:endParaRPr dirty="0"/>
          </a:p>
        </p:txBody>
      </p:sp>
      <p:cxnSp>
        <p:nvCxnSpPr>
          <p:cNvPr id="192" name="Google Shape;192;p3">
            <a:extLst>
              <a:ext uri="{FF2B5EF4-FFF2-40B4-BE49-F238E27FC236}">
                <a16:creationId xmlns:a16="http://schemas.microsoft.com/office/drawing/2014/main" id="{7F416F47-1382-2F03-783F-1E943AF30216}"/>
              </a:ext>
            </a:extLst>
          </p:cNvPr>
          <p:cNvCxnSpPr/>
          <p:nvPr/>
        </p:nvCxnSpPr>
        <p:spPr>
          <a:xfrm>
            <a:off x="1524750" y="1190705"/>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93" name="Google Shape;193;p3">
            <a:extLst>
              <a:ext uri="{FF2B5EF4-FFF2-40B4-BE49-F238E27FC236}">
                <a16:creationId xmlns:a16="http://schemas.microsoft.com/office/drawing/2014/main" id="{FB1314E6-466E-AD21-5B66-53447EB0EFDF}"/>
              </a:ext>
            </a:extLst>
          </p:cNvPr>
          <p:cNvSpPr txBox="1"/>
          <p:nvPr/>
        </p:nvSpPr>
        <p:spPr>
          <a:xfrm>
            <a:off x="1583474" y="548667"/>
            <a:ext cx="6139543"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b="1" dirty="0" err="1">
                <a:solidFill>
                  <a:schemeClr val="dk1"/>
                </a:solidFill>
              </a:rPr>
              <a:t>Hyperparameter</a:t>
            </a:r>
            <a:r>
              <a:rPr lang="pl-PL" sz="2400" b="1" dirty="0">
                <a:solidFill>
                  <a:schemeClr val="dk1"/>
                </a:solidFill>
              </a:rPr>
              <a:t> </a:t>
            </a:r>
            <a:r>
              <a:rPr lang="pl-PL" sz="2400" b="1" dirty="0" err="1">
                <a:solidFill>
                  <a:schemeClr val="dk1"/>
                </a:solidFill>
              </a:rPr>
              <a:t>tuning</a:t>
            </a:r>
            <a:r>
              <a:rPr lang="pl-PL" sz="2400" b="1" dirty="0">
                <a:solidFill>
                  <a:schemeClr val="dk1"/>
                </a:solidFill>
              </a:rPr>
              <a:t> </a:t>
            </a:r>
            <a:r>
              <a:rPr lang="pl-PL" sz="2400" b="1" dirty="0" err="1">
                <a:solidFill>
                  <a:schemeClr val="dk1"/>
                </a:solidFill>
              </a:rPr>
              <a:t>cont’d</a:t>
            </a:r>
            <a:endParaRPr dirty="0"/>
          </a:p>
        </p:txBody>
      </p:sp>
      <p:sp>
        <p:nvSpPr>
          <p:cNvPr id="6" name="Google Shape;210;p4">
            <a:extLst>
              <a:ext uri="{FF2B5EF4-FFF2-40B4-BE49-F238E27FC236}">
                <a16:creationId xmlns:a16="http://schemas.microsoft.com/office/drawing/2014/main" id="{38F5E3BE-A805-3910-7798-CD1AE1836BEE}"/>
              </a:ext>
            </a:extLst>
          </p:cNvPr>
          <p:cNvSpPr txBox="1"/>
          <p:nvPr/>
        </p:nvSpPr>
        <p:spPr>
          <a:xfrm>
            <a:off x="1619238" y="1289767"/>
            <a:ext cx="7067359" cy="4662775"/>
          </a:xfrm>
          <a:prstGeom prst="rect">
            <a:avLst/>
          </a:prstGeom>
          <a:noFill/>
          <a:ln>
            <a:noFill/>
          </a:ln>
        </p:spPr>
        <p:txBody>
          <a:bodyPr spcFirstLastPara="1" wrap="square" lIns="91425" tIns="45700" rIns="91425" bIns="45700" anchor="t" anchorCtr="0">
            <a:spAutoFit/>
          </a:bodyPr>
          <a:lstStyle/>
          <a:p>
            <a:pPr marL="285750" indent="-285750">
              <a:lnSpc>
                <a:spcPct val="150000"/>
              </a:lnSpc>
              <a:buFont typeface="Arial" panose="020B0604020202020204" pitchFamily="34" charset="0"/>
              <a:buChar char="•"/>
            </a:pPr>
            <a:r>
              <a:rPr lang="en-US" sz="1800" b="1" dirty="0">
                <a:latin typeface="Calibri" panose="020F0502020204030204" pitchFamily="34" charset="0"/>
                <a:cs typeface="Calibri" panose="020F0502020204030204" pitchFamily="34" charset="0"/>
              </a:rPr>
              <a:t>Final </a:t>
            </a:r>
            <a:r>
              <a:rPr lang="en-US" sz="1800" b="1" dirty="0" err="1">
                <a:latin typeface="Calibri" panose="020F0502020204030204" pitchFamily="34" charset="0"/>
                <a:cs typeface="Calibri" panose="020F0502020204030204" pitchFamily="34" charset="0"/>
              </a:rPr>
              <a:t>DoubleQ</a:t>
            </a:r>
            <a:r>
              <a:rPr lang="en-US" sz="1800" b="1" dirty="0">
                <a:latin typeface="Calibri" panose="020F0502020204030204" pitchFamily="34" charset="0"/>
                <a:cs typeface="Calibri" panose="020F0502020204030204" pitchFamily="34" charset="0"/>
              </a:rPr>
              <a:t> configs:</a:t>
            </a:r>
          </a:p>
          <a:p>
            <a:pPr marL="573088" indent="-225425">
              <a:lnSpc>
                <a:spcPct val="150000"/>
              </a:lnSpc>
              <a:buFont typeface="Wingdings" pitchFamily="2" charset="2"/>
              <a:buChar char="§"/>
            </a:pPr>
            <a:r>
              <a:rPr lang="en-US" sz="1800" dirty="0">
                <a:latin typeface="Calibri" panose="020F0502020204030204" pitchFamily="34" charset="0"/>
                <a:cs typeface="Calibri" panose="020F0502020204030204" pitchFamily="34" charset="0"/>
              </a:rPr>
              <a:t>r0: alpha=0.02, gamma=0.95, </a:t>
            </a:r>
            <a:r>
              <a:rPr lang="en-US" sz="1800" dirty="0" err="1">
                <a:latin typeface="Calibri" panose="020F0502020204030204" pitchFamily="34" charset="0"/>
                <a:cs typeface="Calibri" panose="020F0502020204030204" pitchFamily="34" charset="0"/>
              </a:rPr>
              <a:t>eps_end</a:t>
            </a:r>
            <a:r>
              <a:rPr lang="en-US" sz="1800" dirty="0">
                <a:latin typeface="Calibri" panose="020F0502020204030204" pitchFamily="34" charset="0"/>
                <a:cs typeface="Calibri" panose="020F0502020204030204" pitchFamily="34" charset="0"/>
              </a:rPr>
              <a:t>=0.05, </a:t>
            </a:r>
            <a:r>
              <a:rPr lang="en-US" sz="1800" dirty="0" err="1">
                <a:latin typeface="Calibri" panose="020F0502020204030204" pitchFamily="34" charset="0"/>
                <a:cs typeface="Calibri" panose="020F0502020204030204" pitchFamily="34" charset="0"/>
              </a:rPr>
              <a:t>eps_decay</a:t>
            </a:r>
            <a:r>
              <a:rPr lang="en-US" sz="1800" dirty="0">
                <a:latin typeface="Calibri" panose="020F0502020204030204" pitchFamily="34" charset="0"/>
                <a:cs typeface="Calibri" panose="020F0502020204030204" pitchFamily="34" charset="0"/>
              </a:rPr>
              <a:t>=100k  </a:t>
            </a:r>
          </a:p>
          <a:p>
            <a:pPr marL="573088" indent="-225425">
              <a:lnSpc>
                <a:spcPct val="150000"/>
              </a:lnSpc>
              <a:buFont typeface="Wingdings" pitchFamily="2" charset="2"/>
              <a:buChar char="§"/>
            </a:pPr>
            <a:r>
              <a:rPr lang="en-US" sz="1800" dirty="0">
                <a:latin typeface="Calibri" panose="020F0502020204030204" pitchFamily="34" charset="0"/>
                <a:cs typeface="Calibri" panose="020F0502020204030204" pitchFamily="34" charset="0"/>
              </a:rPr>
              <a:t>r1: alpha=0.02, gamma=1.00, </a:t>
            </a:r>
            <a:r>
              <a:rPr lang="en-US" sz="1800" dirty="0" err="1">
                <a:latin typeface="Calibri" panose="020F0502020204030204" pitchFamily="34" charset="0"/>
                <a:cs typeface="Calibri" panose="020F0502020204030204" pitchFamily="34" charset="0"/>
              </a:rPr>
              <a:t>eps_end</a:t>
            </a:r>
            <a:r>
              <a:rPr lang="en-US" sz="1800" dirty="0">
                <a:latin typeface="Calibri" panose="020F0502020204030204" pitchFamily="34" charset="0"/>
                <a:cs typeface="Calibri" panose="020F0502020204030204" pitchFamily="34" charset="0"/>
              </a:rPr>
              <a:t>=0.05, </a:t>
            </a:r>
            <a:r>
              <a:rPr lang="en-US" sz="1800" dirty="0" err="1">
                <a:latin typeface="Calibri" panose="020F0502020204030204" pitchFamily="34" charset="0"/>
                <a:cs typeface="Calibri" panose="020F0502020204030204" pitchFamily="34" charset="0"/>
              </a:rPr>
              <a:t>eps_decay</a:t>
            </a:r>
            <a:r>
              <a:rPr lang="en-US" sz="1800" dirty="0">
                <a:latin typeface="Calibri" panose="020F0502020204030204" pitchFamily="34" charset="0"/>
                <a:cs typeface="Calibri" panose="020F0502020204030204" pitchFamily="34" charset="0"/>
              </a:rPr>
              <a:t>=200k  </a:t>
            </a:r>
          </a:p>
          <a:p>
            <a:pPr marL="573088" indent="-225425">
              <a:lnSpc>
                <a:spcPct val="150000"/>
              </a:lnSpc>
              <a:buFont typeface="Wingdings" pitchFamily="2" charset="2"/>
              <a:buChar char="§"/>
            </a:pPr>
            <a:r>
              <a:rPr lang="en-US" sz="1800" dirty="0">
                <a:latin typeface="Calibri" panose="020F0502020204030204" pitchFamily="34" charset="0"/>
                <a:cs typeface="Calibri" panose="020F0502020204030204" pitchFamily="34" charset="0"/>
              </a:rPr>
              <a:t>r2: alpha=0.02, gamma=0.95, </a:t>
            </a:r>
            <a:r>
              <a:rPr lang="en-US" sz="1800" dirty="0" err="1">
                <a:latin typeface="Calibri" panose="020F0502020204030204" pitchFamily="34" charset="0"/>
                <a:cs typeface="Calibri" panose="020F0502020204030204" pitchFamily="34" charset="0"/>
              </a:rPr>
              <a:t>eps_end</a:t>
            </a:r>
            <a:r>
              <a:rPr lang="en-US" sz="1800" dirty="0">
                <a:latin typeface="Calibri" panose="020F0502020204030204" pitchFamily="34" charset="0"/>
                <a:cs typeface="Calibri" panose="020F0502020204030204" pitchFamily="34" charset="0"/>
              </a:rPr>
              <a:t>=0.01, </a:t>
            </a:r>
            <a:r>
              <a:rPr lang="en-US" sz="1800" dirty="0" err="1">
                <a:latin typeface="Calibri" panose="020F0502020204030204" pitchFamily="34" charset="0"/>
                <a:cs typeface="Calibri" panose="020F0502020204030204" pitchFamily="34" charset="0"/>
              </a:rPr>
              <a:t>eps_decay</a:t>
            </a:r>
            <a:r>
              <a:rPr lang="en-US" sz="1800" dirty="0">
                <a:latin typeface="Calibri" panose="020F0502020204030204" pitchFamily="34" charset="0"/>
                <a:cs typeface="Calibri" panose="020F0502020204030204" pitchFamily="34" charset="0"/>
              </a:rPr>
              <a:t>=300k  </a:t>
            </a:r>
          </a:p>
          <a:p>
            <a:pPr marL="285750" indent="-285750">
              <a:lnSpc>
                <a:spcPct val="150000"/>
              </a:lnSpc>
              <a:buFont typeface="Arial" panose="020B0604020202020204" pitchFamily="34" charset="0"/>
              <a:buChar char="•"/>
            </a:pPr>
            <a:r>
              <a:rPr lang="en-US" sz="1800" b="1" dirty="0">
                <a:latin typeface="Calibri" panose="020F0502020204030204" pitchFamily="34" charset="0"/>
                <a:cs typeface="Calibri" panose="020F0502020204030204" pitchFamily="34" charset="0"/>
              </a:rPr>
              <a:t>Final A2C configs:</a:t>
            </a:r>
          </a:p>
          <a:p>
            <a:pPr marL="573088" indent="-225425">
              <a:lnSpc>
                <a:spcPct val="150000"/>
              </a:lnSpc>
              <a:buFont typeface="Wingdings" pitchFamily="2" charset="2"/>
              <a:buChar char="§"/>
            </a:pPr>
            <a:r>
              <a:rPr lang="en-US" sz="1800" dirty="0">
                <a:latin typeface="Calibri" panose="020F0502020204030204" pitchFamily="34" charset="0"/>
                <a:cs typeface="Calibri" panose="020F0502020204030204" pitchFamily="34" charset="0"/>
              </a:rPr>
              <a:t>r0: </a:t>
            </a:r>
            <a:r>
              <a:rPr lang="en-US" sz="1800" dirty="0" err="1">
                <a:latin typeface="Calibri" panose="020F0502020204030204" pitchFamily="34" charset="0"/>
                <a:cs typeface="Calibri" panose="020F0502020204030204" pitchFamily="34" charset="0"/>
              </a:rPr>
              <a:t>lr</a:t>
            </a:r>
            <a:r>
              <a:rPr lang="en-US" sz="1800" dirty="0">
                <a:latin typeface="Calibri" panose="020F0502020204030204" pitchFamily="34" charset="0"/>
                <a:cs typeface="Calibri" panose="020F0502020204030204" pitchFamily="34" charset="0"/>
              </a:rPr>
              <a:t>=1e‑3, gamma=0.99, </a:t>
            </a:r>
            <a:r>
              <a:rPr lang="en-US" sz="1800" dirty="0" err="1">
                <a:latin typeface="Calibri" panose="020F0502020204030204" pitchFamily="34" charset="0"/>
                <a:cs typeface="Calibri" panose="020F0502020204030204" pitchFamily="34" charset="0"/>
              </a:rPr>
              <a:t>gae_lambda</a:t>
            </a:r>
            <a:r>
              <a:rPr lang="en-US" sz="1800" dirty="0">
                <a:latin typeface="Calibri" panose="020F0502020204030204" pitchFamily="34" charset="0"/>
                <a:cs typeface="Calibri" panose="020F0502020204030204" pitchFamily="34" charset="0"/>
              </a:rPr>
              <a:t>=0.97, entropy=0.01, hidden=128×128  </a:t>
            </a:r>
          </a:p>
          <a:p>
            <a:pPr marL="573088" indent="-225425">
              <a:lnSpc>
                <a:spcPct val="150000"/>
              </a:lnSpc>
              <a:buFont typeface="Wingdings" pitchFamily="2" charset="2"/>
              <a:buChar char="§"/>
            </a:pPr>
            <a:r>
              <a:rPr lang="en-US" sz="1800" dirty="0">
                <a:latin typeface="Calibri" panose="020F0502020204030204" pitchFamily="34" charset="0"/>
                <a:cs typeface="Calibri" panose="020F0502020204030204" pitchFamily="34" charset="0"/>
              </a:rPr>
              <a:t>r1: </a:t>
            </a:r>
            <a:r>
              <a:rPr lang="en-US" sz="1800" dirty="0" err="1">
                <a:latin typeface="Calibri" panose="020F0502020204030204" pitchFamily="34" charset="0"/>
                <a:cs typeface="Calibri" panose="020F0502020204030204" pitchFamily="34" charset="0"/>
              </a:rPr>
              <a:t>lr</a:t>
            </a:r>
            <a:r>
              <a:rPr lang="en-US" sz="1800" dirty="0">
                <a:latin typeface="Calibri" panose="020F0502020204030204" pitchFamily="34" charset="0"/>
                <a:cs typeface="Calibri" panose="020F0502020204030204" pitchFamily="34" charset="0"/>
              </a:rPr>
              <a:t>=1e‑3, gamma=0.99, </a:t>
            </a:r>
            <a:r>
              <a:rPr lang="en-US" sz="1800" dirty="0" err="1">
                <a:latin typeface="Calibri" panose="020F0502020204030204" pitchFamily="34" charset="0"/>
                <a:cs typeface="Calibri" panose="020F0502020204030204" pitchFamily="34" charset="0"/>
              </a:rPr>
              <a:t>gae_lambda</a:t>
            </a:r>
            <a:r>
              <a:rPr lang="en-US" sz="1800" dirty="0">
                <a:latin typeface="Calibri" panose="020F0502020204030204" pitchFamily="34" charset="0"/>
                <a:cs typeface="Calibri" panose="020F0502020204030204" pitchFamily="34" charset="0"/>
              </a:rPr>
              <a:t>=0.97, entropy=0.01, hidden=64×64  </a:t>
            </a:r>
          </a:p>
          <a:p>
            <a:pPr marL="573088" indent="-225425">
              <a:lnSpc>
                <a:spcPct val="150000"/>
              </a:lnSpc>
              <a:buFont typeface="Wingdings" pitchFamily="2" charset="2"/>
              <a:buChar char="§"/>
            </a:pPr>
            <a:r>
              <a:rPr lang="en-US" sz="1800" dirty="0">
                <a:latin typeface="Calibri" panose="020F0502020204030204" pitchFamily="34" charset="0"/>
                <a:cs typeface="Calibri" panose="020F0502020204030204" pitchFamily="34" charset="0"/>
              </a:rPr>
              <a:t>r2: </a:t>
            </a:r>
            <a:r>
              <a:rPr lang="en-US" sz="1800" dirty="0" err="1">
                <a:latin typeface="Calibri" panose="020F0502020204030204" pitchFamily="34" charset="0"/>
                <a:cs typeface="Calibri" panose="020F0502020204030204" pitchFamily="34" charset="0"/>
              </a:rPr>
              <a:t>lr</a:t>
            </a:r>
            <a:r>
              <a:rPr lang="en-US" sz="1800" dirty="0">
                <a:latin typeface="Calibri" panose="020F0502020204030204" pitchFamily="34" charset="0"/>
                <a:cs typeface="Calibri" panose="020F0502020204030204" pitchFamily="34" charset="0"/>
              </a:rPr>
              <a:t>=1e‑3, gamma=0.99, </a:t>
            </a:r>
            <a:r>
              <a:rPr lang="en-US" sz="1800" dirty="0" err="1">
                <a:latin typeface="Calibri" panose="020F0502020204030204" pitchFamily="34" charset="0"/>
                <a:cs typeface="Calibri" panose="020F0502020204030204" pitchFamily="34" charset="0"/>
              </a:rPr>
              <a:t>gae_lambda</a:t>
            </a:r>
            <a:r>
              <a:rPr lang="en-US" sz="1800" dirty="0">
                <a:latin typeface="Calibri" panose="020F0502020204030204" pitchFamily="34" charset="0"/>
                <a:cs typeface="Calibri" panose="020F0502020204030204" pitchFamily="34" charset="0"/>
              </a:rPr>
              <a:t>=0.90, entropy=0.01, hidden=64×64  </a:t>
            </a:r>
          </a:p>
        </p:txBody>
      </p:sp>
    </p:spTree>
    <p:extLst>
      <p:ext uri="{BB962C8B-B14F-4D97-AF65-F5344CB8AC3E}">
        <p14:creationId xmlns:p14="http://schemas.microsoft.com/office/powerpoint/2010/main" val="9914976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1AC1A458-E528-A513-D277-94E9D1B1CA66}"/>
            </a:ext>
          </a:extLst>
        </p:cNvPr>
        <p:cNvGrpSpPr/>
        <p:nvPr/>
      </p:nvGrpSpPr>
      <p:grpSpPr>
        <a:xfrm>
          <a:off x="0" y="0"/>
          <a:ext cx="0" cy="0"/>
          <a:chOff x="0" y="0"/>
          <a:chExt cx="0" cy="0"/>
        </a:xfrm>
      </p:grpSpPr>
      <p:cxnSp>
        <p:nvCxnSpPr>
          <p:cNvPr id="185" name="Google Shape;185;p3">
            <a:extLst>
              <a:ext uri="{FF2B5EF4-FFF2-40B4-BE49-F238E27FC236}">
                <a16:creationId xmlns:a16="http://schemas.microsoft.com/office/drawing/2014/main" id="{0C6C2164-A800-1DB2-F77C-DA3429325DD5}"/>
              </a:ext>
            </a:extLst>
          </p:cNvPr>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86" name="Google Shape;186;p3">
            <a:extLst>
              <a:ext uri="{FF2B5EF4-FFF2-40B4-BE49-F238E27FC236}">
                <a16:creationId xmlns:a16="http://schemas.microsoft.com/office/drawing/2014/main" id="{039FF3EB-1980-1449-369C-017CD7DDF553}"/>
              </a:ext>
            </a:extLst>
          </p:cNvPr>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lvl="0" algn="r">
              <a:buSzPts val="1200"/>
            </a:pPr>
            <a:r>
              <a:rPr lang="pl-PL" sz="1200" dirty="0"/>
              <a:t>Piotr Radziszewski, Andrzej </a:t>
            </a:r>
            <a:r>
              <a:rPr lang="pl-PL" sz="1200" dirty="0" err="1"/>
              <a:t>Żernaczuk</a:t>
            </a:r>
            <a:endParaRPr lang="pl-PL" sz="1200" dirty="0"/>
          </a:p>
        </p:txBody>
      </p:sp>
      <p:cxnSp>
        <p:nvCxnSpPr>
          <p:cNvPr id="187" name="Google Shape;187;p3">
            <a:extLst>
              <a:ext uri="{FF2B5EF4-FFF2-40B4-BE49-F238E27FC236}">
                <a16:creationId xmlns:a16="http://schemas.microsoft.com/office/drawing/2014/main" id="{518C5F4E-6DAD-B8AC-9AC1-DF49889F9C65}"/>
              </a:ext>
            </a:extLst>
          </p:cNvPr>
          <p:cNvCxnSpPr/>
          <p:nvPr/>
        </p:nvCxnSpPr>
        <p:spPr>
          <a:xfrm>
            <a:off x="1080000" y="288001"/>
            <a:ext cx="0" cy="6300000"/>
          </a:xfrm>
          <a:prstGeom prst="straightConnector1">
            <a:avLst/>
          </a:prstGeom>
          <a:noFill/>
          <a:ln w="9525" cap="flat" cmpd="sng">
            <a:solidFill>
              <a:srgbClr val="C00000"/>
            </a:solidFill>
            <a:prstDash val="solid"/>
            <a:miter lim="800000"/>
            <a:headEnd type="none" w="sm" len="sm"/>
            <a:tailEnd type="none" w="sm" len="sm"/>
          </a:ln>
        </p:spPr>
      </p:cxnSp>
      <p:pic>
        <p:nvPicPr>
          <p:cNvPr id="188" name="Google Shape;188;p3">
            <a:extLst>
              <a:ext uri="{FF2B5EF4-FFF2-40B4-BE49-F238E27FC236}">
                <a16:creationId xmlns:a16="http://schemas.microsoft.com/office/drawing/2014/main" id="{46205F6E-9974-53CA-8709-E3D421F666C5}"/>
              </a:ext>
            </a:extLst>
          </p:cNvPr>
          <p:cNvPicPr preferRelativeResize="0"/>
          <p:nvPr/>
        </p:nvPicPr>
        <p:blipFill rotWithShape="1">
          <a:blip r:embed="rId3">
            <a:alphaModFix/>
          </a:blip>
          <a:srcRect/>
          <a:stretch/>
        </p:blipFill>
        <p:spPr>
          <a:xfrm rot="-5400000">
            <a:off x="-1501574" y="1771573"/>
            <a:ext cx="4193631" cy="1190483"/>
          </a:xfrm>
          <a:prstGeom prst="rect">
            <a:avLst/>
          </a:prstGeom>
          <a:noFill/>
          <a:ln>
            <a:noFill/>
          </a:ln>
        </p:spPr>
      </p:pic>
      <p:sp>
        <p:nvSpPr>
          <p:cNvPr id="190" name="Google Shape;190;p3">
            <a:extLst>
              <a:ext uri="{FF2B5EF4-FFF2-40B4-BE49-F238E27FC236}">
                <a16:creationId xmlns:a16="http://schemas.microsoft.com/office/drawing/2014/main" id="{48E8C79C-C332-CB89-3AFD-7C89805D7F17}"/>
              </a:ext>
            </a:extLst>
          </p:cNvPr>
          <p:cNvSpPr/>
          <p:nvPr/>
        </p:nvSpPr>
        <p:spPr>
          <a:xfrm>
            <a:off x="360527" y="6085541"/>
            <a:ext cx="216000" cy="144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
            <a:extLst>
              <a:ext uri="{FF2B5EF4-FFF2-40B4-BE49-F238E27FC236}">
                <a16:creationId xmlns:a16="http://schemas.microsoft.com/office/drawing/2014/main" id="{EADFFF05-086B-D29B-E6D6-B761B4A38DF0}"/>
              </a:ext>
            </a:extLst>
          </p:cNvPr>
          <p:cNvSpPr txBox="1"/>
          <p:nvPr/>
        </p:nvSpPr>
        <p:spPr>
          <a:xfrm>
            <a:off x="576527" y="6042029"/>
            <a:ext cx="392990"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000" b="1" dirty="0">
                <a:solidFill>
                  <a:srgbClr val="FF0000"/>
                </a:solidFill>
                <a:latin typeface="Calibri"/>
                <a:cs typeface="Calibri"/>
                <a:sym typeface="Calibri"/>
              </a:rPr>
              <a:t>14</a:t>
            </a:r>
            <a:endParaRPr dirty="0"/>
          </a:p>
        </p:txBody>
      </p:sp>
      <p:cxnSp>
        <p:nvCxnSpPr>
          <p:cNvPr id="192" name="Google Shape;192;p3">
            <a:extLst>
              <a:ext uri="{FF2B5EF4-FFF2-40B4-BE49-F238E27FC236}">
                <a16:creationId xmlns:a16="http://schemas.microsoft.com/office/drawing/2014/main" id="{9E39BA66-0C98-3A9C-49CF-DB061572CF28}"/>
              </a:ext>
            </a:extLst>
          </p:cNvPr>
          <p:cNvCxnSpPr/>
          <p:nvPr/>
        </p:nvCxnSpPr>
        <p:spPr>
          <a:xfrm>
            <a:off x="1524750" y="1190705"/>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93" name="Google Shape;193;p3">
            <a:extLst>
              <a:ext uri="{FF2B5EF4-FFF2-40B4-BE49-F238E27FC236}">
                <a16:creationId xmlns:a16="http://schemas.microsoft.com/office/drawing/2014/main" id="{52B853D0-9E5F-6FEC-CC76-98892279E2B2}"/>
              </a:ext>
            </a:extLst>
          </p:cNvPr>
          <p:cNvSpPr txBox="1"/>
          <p:nvPr/>
        </p:nvSpPr>
        <p:spPr>
          <a:xfrm>
            <a:off x="1583474" y="548667"/>
            <a:ext cx="6139543"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b="1" dirty="0" err="1">
                <a:solidFill>
                  <a:schemeClr val="dk1"/>
                </a:solidFill>
              </a:rPr>
              <a:t>DoubleQ</a:t>
            </a:r>
            <a:r>
              <a:rPr lang="pl-PL" sz="2400" b="1" dirty="0">
                <a:solidFill>
                  <a:schemeClr val="dk1"/>
                </a:solidFill>
              </a:rPr>
              <a:t> learning </a:t>
            </a:r>
            <a:r>
              <a:rPr lang="pl-PL" sz="2400" b="1" dirty="0" err="1">
                <a:solidFill>
                  <a:schemeClr val="dk1"/>
                </a:solidFill>
              </a:rPr>
              <a:t>curve</a:t>
            </a:r>
            <a:endParaRPr dirty="0"/>
          </a:p>
        </p:txBody>
      </p:sp>
      <p:pic>
        <p:nvPicPr>
          <p:cNvPr id="4" name="Picture 3" descr="A graph of lines and numbers&#10;&#10;AI-generated content may be incorrect.">
            <a:extLst>
              <a:ext uri="{FF2B5EF4-FFF2-40B4-BE49-F238E27FC236}">
                <a16:creationId xmlns:a16="http://schemas.microsoft.com/office/drawing/2014/main" id="{52C471E5-A4AC-F3E1-832C-5B2AE695B7F0}"/>
              </a:ext>
            </a:extLst>
          </p:cNvPr>
          <p:cNvPicPr>
            <a:picLocks noChangeAspect="1"/>
          </p:cNvPicPr>
          <p:nvPr/>
        </p:nvPicPr>
        <p:blipFill>
          <a:blip r:embed="rId4"/>
          <a:stretch>
            <a:fillRect/>
          </a:stretch>
        </p:blipFill>
        <p:spPr>
          <a:xfrm>
            <a:off x="1720448" y="1371120"/>
            <a:ext cx="6808603" cy="4243556"/>
          </a:xfrm>
          <a:prstGeom prst="rect">
            <a:avLst/>
          </a:prstGeom>
        </p:spPr>
      </p:pic>
    </p:spTree>
    <p:extLst>
      <p:ext uri="{BB962C8B-B14F-4D97-AF65-F5344CB8AC3E}">
        <p14:creationId xmlns:p14="http://schemas.microsoft.com/office/powerpoint/2010/main" val="26513869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C917D12B-925D-5243-9516-5B7EA1F071A3}"/>
            </a:ext>
          </a:extLst>
        </p:cNvPr>
        <p:cNvGrpSpPr/>
        <p:nvPr/>
      </p:nvGrpSpPr>
      <p:grpSpPr>
        <a:xfrm>
          <a:off x="0" y="0"/>
          <a:ext cx="0" cy="0"/>
          <a:chOff x="0" y="0"/>
          <a:chExt cx="0" cy="0"/>
        </a:xfrm>
      </p:grpSpPr>
      <p:cxnSp>
        <p:nvCxnSpPr>
          <p:cNvPr id="185" name="Google Shape;185;p3">
            <a:extLst>
              <a:ext uri="{FF2B5EF4-FFF2-40B4-BE49-F238E27FC236}">
                <a16:creationId xmlns:a16="http://schemas.microsoft.com/office/drawing/2014/main" id="{80C73DE8-C9F8-C633-2E49-915DAD31E30F}"/>
              </a:ext>
            </a:extLst>
          </p:cNvPr>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86" name="Google Shape;186;p3">
            <a:extLst>
              <a:ext uri="{FF2B5EF4-FFF2-40B4-BE49-F238E27FC236}">
                <a16:creationId xmlns:a16="http://schemas.microsoft.com/office/drawing/2014/main" id="{CFD36C4E-2FC7-83CA-A7D3-6FE2A63E7FD0}"/>
              </a:ext>
            </a:extLst>
          </p:cNvPr>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lvl="0" algn="r">
              <a:buSzPts val="1200"/>
            </a:pPr>
            <a:r>
              <a:rPr lang="pl-PL" sz="1200" dirty="0"/>
              <a:t>Piotr Radziszewski, Andrzej </a:t>
            </a:r>
            <a:r>
              <a:rPr lang="pl-PL" sz="1200" dirty="0" err="1"/>
              <a:t>Żernaczuk</a:t>
            </a:r>
            <a:endParaRPr lang="pl-PL" sz="1200" dirty="0"/>
          </a:p>
        </p:txBody>
      </p:sp>
      <p:cxnSp>
        <p:nvCxnSpPr>
          <p:cNvPr id="187" name="Google Shape;187;p3">
            <a:extLst>
              <a:ext uri="{FF2B5EF4-FFF2-40B4-BE49-F238E27FC236}">
                <a16:creationId xmlns:a16="http://schemas.microsoft.com/office/drawing/2014/main" id="{DB608787-1A03-C253-9462-D78D19EE5E5C}"/>
              </a:ext>
            </a:extLst>
          </p:cNvPr>
          <p:cNvCxnSpPr/>
          <p:nvPr/>
        </p:nvCxnSpPr>
        <p:spPr>
          <a:xfrm>
            <a:off x="1080000" y="288001"/>
            <a:ext cx="0" cy="6300000"/>
          </a:xfrm>
          <a:prstGeom prst="straightConnector1">
            <a:avLst/>
          </a:prstGeom>
          <a:noFill/>
          <a:ln w="9525" cap="flat" cmpd="sng">
            <a:solidFill>
              <a:srgbClr val="C00000"/>
            </a:solidFill>
            <a:prstDash val="solid"/>
            <a:miter lim="800000"/>
            <a:headEnd type="none" w="sm" len="sm"/>
            <a:tailEnd type="none" w="sm" len="sm"/>
          </a:ln>
        </p:spPr>
      </p:cxnSp>
      <p:pic>
        <p:nvPicPr>
          <p:cNvPr id="188" name="Google Shape;188;p3">
            <a:extLst>
              <a:ext uri="{FF2B5EF4-FFF2-40B4-BE49-F238E27FC236}">
                <a16:creationId xmlns:a16="http://schemas.microsoft.com/office/drawing/2014/main" id="{3ACD2004-89E2-FC39-795D-C4104065262C}"/>
              </a:ext>
            </a:extLst>
          </p:cNvPr>
          <p:cNvPicPr preferRelativeResize="0"/>
          <p:nvPr/>
        </p:nvPicPr>
        <p:blipFill rotWithShape="1">
          <a:blip r:embed="rId3">
            <a:alphaModFix/>
          </a:blip>
          <a:srcRect/>
          <a:stretch/>
        </p:blipFill>
        <p:spPr>
          <a:xfrm rot="-5400000">
            <a:off x="-1501574" y="1771573"/>
            <a:ext cx="4193631" cy="1190483"/>
          </a:xfrm>
          <a:prstGeom prst="rect">
            <a:avLst/>
          </a:prstGeom>
          <a:noFill/>
          <a:ln>
            <a:noFill/>
          </a:ln>
        </p:spPr>
      </p:pic>
      <p:sp>
        <p:nvSpPr>
          <p:cNvPr id="190" name="Google Shape;190;p3">
            <a:extLst>
              <a:ext uri="{FF2B5EF4-FFF2-40B4-BE49-F238E27FC236}">
                <a16:creationId xmlns:a16="http://schemas.microsoft.com/office/drawing/2014/main" id="{AB9A9F94-8D8B-9847-449F-B9A7ED825EB3}"/>
              </a:ext>
            </a:extLst>
          </p:cNvPr>
          <p:cNvSpPr/>
          <p:nvPr/>
        </p:nvSpPr>
        <p:spPr>
          <a:xfrm>
            <a:off x="360527" y="6085541"/>
            <a:ext cx="216000" cy="144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
            <a:extLst>
              <a:ext uri="{FF2B5EF4-FFF2-40B4-BE49-F238E27FC236}">
                <a16:creationId xmlns:a16="http://schemas.microsoft.com/office/drawing/2014/main" id="{D0DB55BD-C94F-4049-E3BA-CD2F08C5E8B9}"/>
              </a:ext>
            </a:extLst>
          </p:cNvPr>
          <p:cNvSpPr txBox="1"/>
          <p:nvPr/>
        </p:nvSpPr>
        <p:spPr>
          <a:xfrm>
            <a:off x="576527" y="6042029"/>
            <a:ext cx="392984"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000" b="1" dirty="0">
                <a:solidFill>
                  <a:srgbClr val="FF0000"/>
                </a:solidFill>
                <a:latin typeface="Calibri"/>
                <a:cs typeface="Calibri"/>
                <a:sym typeface="Calibri"/>
              </a:rPr>
              <a:t>15</a:t>
            </a:r>
            <a:endParaRPr dirty="0"/>
          </a:p>
        </p:txBody>
      </p:sp>
      <p:cxnSp>
        <p:nvCxnSpPr>
          <p:cNvPr id="192" name="Google Shape;192;p3">
            <a:extLst>
              <a:ext uri="{FF2B5EF4-FFF2-40B4-BE49-F238E27FC236}">
                <a16:creationId xmlns:a16="http://schemas.microsoft.com/office/drawing/2014/main" id="{84BF18DB-8292-F542-316C-4C2953D83211}"/>
              </a:ext>
            </a:extLst>
          </p:cNvPr>
          <p:cNvCxnSpPr/>
          <p:nvPr/>
        </p:nvCxnSpPr>
        <p:spPr>
          <a:xfrm>
            <a:off x="1524750" y="1190705"/>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93" name="Google Shape;193;p3">
            <a:extLst>
              <a:ext uri="{FF2B5EF4-FFF2-40B4-BE49-F238E27FC236}">
                <a16:creationId xmlns:a16="http://schemas.microsoft.com/office/drawing/2014/main" id="{73101FB2-5748-9F00-11B6-7B950EA21DE4}"/>
              </a:ext>
            </a:extLst>
          </p:cNvPr>
          <p:cNvSpPr txBox="1"/>
          <p:nvPr/>
        </p:nvSpPr>
        <p:spPr>
          <a:xfrm>
            <a:off x="1583474" y="548667"/>
            <a:ext cx="6139543" cy="461665"/>
          </a:xfrm>
          <a:prstGeom prst="rect">
            <a:avLst/>
          </a:prstGeom>
          <a:noFill/>
          <a:ln>
            <a:noFill/>
          </a:ln>
        </p:spPr>
        <p:txBody>
          <a:bodyPr spcFirstLastPara="1" wrap="square" lIns="91425" tIns="45700" rIns="91425" bIns="45700" anchor="t" anchorCtr="0">
            <a:spAutoFit/>
          </a:bodyPr>
          <a:lstStyle/>
          <a:p>
            <a:pPr lvl="0"/>
            <a:r>
              <a:rPr lang="pl-PL" sz="2400" b="1" dirty="0">
                <a:solidFill>
                  <a:schemeClr val="dk1"/>
                </a:solidFill>
              </a:rPr>
              <a:t>A2C learning </a:t>
            </a:r>
            <a:r>
              <a:rPr lang="pl-PL" sz="2400" b="1" dirty="0" err="1">
                <a:solidFill>
                  <a:schemeClr val="dk1"/>
                </a:solidFill>
              </a:rPr>
              <a:t>curve</a:t>
            </a:r>
            <a:endParaRPr lang="pl-PL" sz="2400" dirty="0"/>
          </a:p>
        </p:txBody>
      </p:sp>
      <p:pic>
        <p:nvPicPr>
          <p:cNvPr id="4" name="Picture 3" descr="A graph of a graph&#10;&#10;AI-generated content may be incorrect.">
            <a:extLst>
              <a:ext uri="{FF2B5EF4-FFF2-40B4-BE49-F238E27FC236}">
                <a16:creationId xmlns:a16="http://schemas.microsoft.com/office/drawing/2014/main" id="{DED9A111-E5E8-0A48-5380-43E0E9545B28}"/>
              </a:ext>
            </a:extLst>
          </p:cNvPr>
          <p:cNvPicPr>
            <a:picLocks noChangeAspect="1"/>
          </p:cNvPicPr>
          <p:nvPr/>
        </p:nvPicPr>
        <p:blipFill>
          <a:blip r:embed="rId4"/>
          <a:stretch>
            <a:fillRect/>
          </a:stretch>
        </p:blipFill>
        <p:spPr>
          <a:xfrm>
            <a:off x="1720441" y="1371079"/>
            <a:ext cx="6808617" cy="4243565"/>
          </a:xfrm>
          <a:prstGeom prst="rect">
            <a:avLst/>
          </a:prstGeom>
        </p:spPr>
      </p:pic>
    </p:spTree>
    <p:extLst>
      <p:ext uri="{BB962C8B-B14F-4D97-AF65-F5344CB8AC3E}">
        <p14:creationId xmlns:p14="http://schemas.microsoft.com/office/powerpoint/2010/main" val="14181168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AC3D02F5-CEF8-05A7-A5E1-25A4C3577393}"/>
            </a:ext>
          </a:extLst>
        </p:cNvPr>
        <p:cNvGrpSpPr/>
        <p:nvPr/>
      </p:nvGrpSpPr>
      <p:grpSpPr>
        <a:xfrm>
          <a:off x="0" y="0"/>
          <a:ext cx="0" cy="0"/>
          <a:chOff x="0" y="0"/>
          <a:chExt cx="0" cy="0"/>
        </a:xfrm>
      </p:grpSpPr>
      <p:cxnSp>
        <p:nvCxnSpPr>
          <p:cNvPr id="185" name="Google Shape;185;p3">
            <a:extLst>
              <a:ext uri="{FF2B5EF4-FFF2-40B4-BE49-F238E27FC236}">
                <a16:creationId xmlns:a16="http://schemas.microsoft.com/office/drawing/2014/main" id="{DDFC5265-6EA5-9F7B-2FA1-E337A90DAB15}"/>
              </a:ext>
            </a:extLst>
          </p:cNvPr>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86" name="Google Shape;186;p3">
            <a:extLst>
              <a:ext uri="{FF2B5EF4-FFF2-40B4-BE49-F238E27FC236}">
                <a16:creationId xmlns:a16="http://schemas.microsoft.com/office/drawing/2014/main" id="{5BB852BC-CA91-65D2-F627-FEAFAD50D252}"/>
              </a:ext>
            </a:extLst>
          </p:cNvPr>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lvl="0" algn="r">
              <a:buSzPts val="1200"/>
            </a:pPr>
            <a:r>
              <a:rPr lang="pl-PL" sz="1200" dirty="0"/>
              <a:t>Piotr Radziszewski, Andrzej </a:t>
            </a:r>
            <a:r>
              <a:rPr lang="pl-PL" sz="1200" dirty="0" err="1"/>
              <a:t>Żernaczuk</a:t>
            </a:r>
            <a:endParaRPr lang="pl-PL" sz="1200" dirty="0"/>
          </a:p>
        </p:txBody>
      </p:sp>
      <p:cxnSp>
        <p:nvCxnSpPr>
          <p:cNvPr id="187" name="Google Shape;187;p3">
            <a:extLst>
              <a:ext uri="{FF2B5EF4-FFF2-40B4-BE49-F238E27FC236}">
                <a16:creationId xmlns:a16="http://schemas.microsoft.com/office/drawing/2014/main" id="{34D26D89-6E73-C394-1963-A015131F46BE}"/>
              </a:ext>
            </a:extLst>
          </p:cNvPr>
          <p:cNvCxnSpPr/>
          <p:nvPr/>
        </p:nvCxnSpPr>
        <p:spPr>
          <a:xfrm>
            <a:off x="1080000" y="288001"/>
            <a:ext cx="0" cy="6300000"/>
          </a:xfrm>
          <a:prstGeom prst="straightConnector1">
            <a:avLst/>
          </a:prstGeom>
          <a:noFill/>
          <a:ln w="9525" cap="flat" cmpd="sng">
            <a:solidFill>
              <a:srgbClr val="C00000"/>
            </a:solidFill>
            <a:prstDash val="solid"/>
            <a:miter lim="800000"/>
            <a:headEnd type="none" w="sm" len="sm"/>
            <a:tailEnd type="none" w="sm" len="sm"/>
          </a:ln>
        </p:spPr>
      </p:cxnSp>
      <p:pic>
        <p:nvPicPr>
          <p:cNvPr id="188" name="Google Shape;188;p3">
            <a:extLst>
              <a:ext uri="{FF2B5EF4-FFF2-40B4-BE49-F238E27FC236}">
                <a16:creationId xmlns:a16="http://schemas.microsoft.com/office/drawing/2014/main" id="{87892061-E0AE-9BDE-D944-8EA1C8B11C36}"/>
              </a:ext>
            </a:extLst>
          </p:cNvPr>
          <p:cNvPicPr preferRelativeResize="0"/>
          <p:nvPr/>
        </p:nvPicPr>
        <p:blipFill rotWithShape="1">
          <a:blip r:embed="rId3">
            <a:alphaModFix/>
          </a:blip>
          <a:srcRect/>
          <a:stretch/>
        </p:blipFill>
        <p:spPr>
          <a:xfrm rot="-5400000">
            <a:off x="-1501574" y="1771573"/>
            <a:ext cx="4193631" cy="1190483"/>
          </a:xfrm>
          <a:prstGeom prst="rect">
            <a:avLst/>
          </a:prstGeom>
          <a:noFill/>
          <a:ln>
            <a:noFill/>
          </a:ln>
        </p:spPr>
      </p:pic>
      <p:sp>
        <p:nvSpPr>
          <p:cNvPr id="190" name="Google Shape;190;p3">
            <a:extLst>
              <a:ext uri="{FF2B5EF4-FFF2-40B4-BE49-F238E27FC236}">
                <a16:creationId xmlns:a16="http://schemas.microsoft.com/office/drawing/2014/main" id="{AD143B53-48A3-2547-6A89-0B8EE600C76A}"/>
              </a:ext>
            </a:extLst>
          </p:cNvPr>
          <p:cNvSpPr/>
          <p:nvPr/>
        </p:nvSpPr>
        <p:spPr>
          <a:xfrm>
            <a:off x="360527" y="6085541"/>
            <a:ext cx="216000" cy="144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
            <a:extLst>
              <a:ext uri="{FF2B5EF4-FFF2-40B4-BE49-F238E27FC236}">
                <a16:creationId xmlns:a16="http://schemas.microsoft.com/office/drawing/2014/main" id="{CDF1DBA2-6C72-B42B-1AEA-93D7C52B3BDB}"/>
              </a:ext>
            </a:extLst>
          </p:cNvPr>
          <p:cNvSpPr txBox="1"/>
          <p:nvPr/>
        </p:nvSpPr>
        <p:spPr>
          <a:xfrm>
            <a:off x="576527" y="6042029"/>
            <a:ext cx="392987"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000" b="1" dirty="0">
                <a:solidFill>
                  <a:srgbClr val="FF0000"/>
                </a:solidFill>
                <a:latin typeface="Calibri"/>
                <a:cs typeface="Calibri"/>
                <a:sym typeface="Calibri"/>
              </a:rPr>
              <a:t>16</a:t>
            </a:r>
            <a:endParaRPr dirty="0"/>
          </a:p>
        </p:txBody>
      </p:sp>
      <p:cxnSp>
        <p:nvCxnSpPr>
          <p:cNvPr id="192" name="Google Shape;192;p3">
            <a:extLst>
              <a:ext uri="{FF2B5EF4-FFF2-40B4-BE49-F238E27FC236}">
                <a16:creationId xmlns:a16="http://schemas.microsoft.com/office/drawing/2014/main" id="{CFB75C08-EDD6-0786-54E7-0F7ED04140E1}"/>
              </a:ext>
            </a:extLst>
          </p:cNvPr>
          <p:cNvCxnSpPr/>
          <p:nvPr/>
        </p:nvCxnSpPr>
        <p:spPr>
          <a:xfrm>
            <a:off x="1524750" y="1190705"/>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93" name="Google Shape;193;p3">
            <a:extLst>
              <a:ext uri="{FF2B5EF4-FFF2-40B4-BE49-F238E27FC236}">
                <a16:creationId xmlns:a16="http://schemas.microsoft.com/office/drawing/2014/main" id="{796C7737-8A11-6342-B895-0C67F7816931}"/>
              </a:ext>
            </a:extLst>
          </p:cNvPr>
          <p:cNvSpPr txBox="1"/>
          <p:nvPr/>
        </p:nvSpPr>
        <p:spPr>
          <a:xfrm>
            <a:off x="1583474" y="548667"/>
            <a:ext cx="6139543"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b="1" dirty="0">
                <a:solidFill>
                  <a:schemeClr val="dk1"/>
                </a:solidFill>
              </a:rPr>
              <a:t>Best-</a:t>
            </a:r>
            <a:r>
              <a:rPr lang="pl-PL" sz="2400" b="1" dirty="0" err="1">
                <a:solidFill>
                  <a:schemeClr val="dk1"/>
                </a:solidFill>
              </a:rPr>
              <a:t>config</a:t>
            </a:r>
            <a:r>
              <a:rPr lang="pl-PL" sz="2400" b="1" dirty="0">
                <a:solidFill>
                  <a:schemeClr val="dk1"/>
                </a:solidFill>
              </a:rPr>
              <a:t> </a:t>
            </a:r>
            <a:r>
              <a:rPr lang="pl-PL" sz="2400" b="1" dirty="0" err="1">
                <a:solidFill>
                  <a:schemeClr val="dk1"/>
                </a:solidFill>
              </a:rPr>
              <a:t>comparison</a:t>
            </a:r>
            <a:endParaRPr dirty="0"/>
          </a:p>
        </p:txBody>
      </p:sp>
      <p:pic>
        <p:nvPicPr>
          <p:cNvPr id="4" name="Picture 3" descr="A graph showing a line graph&#10;&#10;AI-generated content may be incorrect.">
            <a:extLst>
              <a:ext uri="{FF2B5EF4-FFF2-40B4-BE49-F238E27FC236}">
                <a16:creationId xmlns:a16="http://schemas.microsoft.com/office/drawing/2014/main" id="{E507B958-5062-D99E-2AAD-A22CE225C2B9}"/>
              </a:ext>
            </a:extLst>
          </p:cNvPr>
          <p:cNvPicPr>
            <a:picLocks noChangeAspect="1"/>
          </p:cNvPicPr>
          <p:nvPr/>
        </p:nvPicPr>
        <p:blipFill>
          <a:blip r:embed="rId4"/>
          <a:stretch>
            <a:fillRect/>
          </a:stretch>
        </p:blipFill>
        <p:spPr>
          <a:xfrm>
            <a:off x="1658314" y="1474688"/>
            <a:ext cx="6869236" cy="4281347"/>
          </a:xfrm>
          <a:prstGeom prst="rect">
            <a:avLst/>
          </a:prstGeom>
        </p:spPr>
      </p:pic>
    </p:spTree>
    <p:extLst>
      <p:ext uri="{BB962C8B-B14F-4D97-AF65-F5344CB8AC3E}">
        <p14:creationId xmlns:p14="http://schemas.microsoft.com/office/powerpoint/2010/main" val="33535113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34CF5824-2A8A-C198-EBEA-B86177F10D84}"/>
            </a:ext>
          </a:extLst>
        </p:cNvPr>
        <p:cNvGrpSpPr/>
        <p:nvPr/>
      </p:nvGrpSpPr>
      <p:grpSpPr>
        <a:xfrm>
          <a:off x="0" y="0"/>
          <a:ext cx="0" cy="0"/>
          <a:chOff x="0" y="0"/>
          <a:chExt cx="0" cy="0"/>
        </a:xfrm>
      </p:grpSpPr>
      <p:cxnSp>
        <p:nvCxnSpPr>
          <p:cNvPr id="185" name="Google Shape;185;p3">
            <a:extLst>
              <a:ext uri="{FF2B5EF4-FFF2-40B4-BE49-F238E27FC236}">
                <a16:creationId xmlns:a16="http://schemas.microsoft.com/office/drawing/2014/main" id="{CAA462AD-55A2-D328-C47C-28789B17A8C4}"/>
              </a:ext>
            </a:extLst>
          </p:cNvPr>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86" name="Google Shape;186;p3">
            <a:extLst>
              <a:ext uri="{FF2B5EF4-FFF2-40B4-BE49-F238E27FC236}">
                <a16:creationId xmlns:a16="http://schemas.microsoft.com/office/drawing/2014/main" id="{EAD6E046-8F49-E21D-C06E-BE83714130DF}"/>
              </a:ext>
            </a:extLst>
          </p:cNvPr>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lvl="0" algn="r">
              <a:buSzPts val="1200"/>
            </a:pPr>
            <a:r>
              <a:rPr lang="pl-PL" sz="1200" dirty="0"/>
              <a:t>Piotr Radziszewski, Andrzej </a:t>
            </a:r>
            <a:r>
              <a:rPr lang="pl-PL" sz="1200" dirty="0" err="1"/>
              <a:t>Żernaczuk</a:t>
            </a:r>
            <a:endParaRPr lang="pl-PL" sz="1200" dirty="0"/>
          </a:p>
        </p:txBody>
      </p:sp>
      <p:cxnSp>
        <p:nvCxnSpPr>
          <p:cNvPr id="187" name="Google Shape;187;p3">
            <a:extLst>
              <a:ext uri="{FF2B5EF4-FFF2-40B4-BE49-F238E27FC236}">
                <a16:creationId xmlns:a16="http://schemas.microsoft.com/office/drawing/2014/main" id="{982F474A-7831-6E85-9BA9-A3781983EF3E}"/>
              </a:ext>
            </a:extLst>
          </p:cNvPr>
          <p:cNvCxnSpPr/>
          <p:nvPr/>
        </p:nvCxnSpPr>
        <p:spPr>
          <a:xfrm>
            <a:off x="1080000" y="288001"/>
            <a:ext cx="0" cy="6300000"/>
          </a:xfrm>
          <a:prstGeom prst="straightConnector1">
            <a:avLst/>
          </a:prstGeom>
          <a:noFill/>
          <a:ln w="9525" cap="flat" cmpd="sng">
            <a:solidFill>
              <a:srgbClr val="C00000"/>
            </a:solidFill>
            <a:prstDash val="solid"/>
            <a:miter lim="800000"/>
            <a:headEnd type="none" w="sm" len="sm"/>
            <a:tailEnd type="none" w="sm" len="sm"/>
          </a:ln>
        </p:spPr>
      </p:cxnSp>
      <p:pic>
        <p:nvPicPr>
          <p:cNvPr id="188" name="Google Shape;188;p3">
            <a:extLst>
              <a:ext uri="{FF2B5EF4-FFF2-40B4-BE49-F238E27FC236}">
                <a16:creationId xmlns:a16="http://schemas.microsoft.com/office/drawing/2014/main" id="{F1333DCA-503D-D956-2D1A-9BF23C6CA1F6}"/>
              </a:ext>
            </a:extLst>
          </p:cNvPr>
          <p:cNvPicPr preferRelativeResize="0"/>
          <p:nvPr/>
        </p:nvPicPr>
        <p:blipFill rotWithShape="1">
          <a:blip r:embed="rId3">
            <a:alphaModFix/>
          </a:blip>
          <a:srcRect/>
          <a:stretch/>
        </p:blipFill>
        <p:spPr>
          <a:xfrm rot="-5400000">
            <a:off x="-1501574" y="1771573"/>
            <a:ext cx="4193631" cy="1190483"/>
          </a:xfrm>
          <a:prstGeom prst="rect">
            <a:avLst/>
          </a:prstGeom>
          <a:noFill/>
          <a:ln>
            <a:noFill/>
          </a:ln>
        </p:spPr>
      </p:pic>
      <p:sp>
        <p:nvSpPr>
          <p:cNvPr id="190" name="Google Shape;190;p3">
            <a:extLst>
              <a:ext uri="{FF2B5EF4-FFF2-40B4-BE49-F238E27FC236}">
                <a16:creationId xmlns:a16="http://schemas.microsoft.com/office/drawing/2014/main" id="{AD1A6142-AFBA-B729-C25F-72BA5D16819C}"/>
              </a:ext>
            </a:extLst>
          </p:cNvPr>
          <p:cNvSpPr/>
          <p:nvPr/>
        </p:nvSpPr>
        <p:spPr>
          <a:xfrm>
            <a:off x="360527" y="6085541"/>
            <a:ext cx="216000" cy="144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
            <a:extLst>
              <a:ext uri="{FF2B5EF4-FFF2-40B4-BE49-F238E27FC236}">
                <a16:creationId xmlns:a16="http://schemas.microsoft.com/office/drawing/2014/main" id="{1058D80B-EE7D-F8D1-8A15-E9293C55949B}"/>
              </a:ext>
            </a:extLst>
          </p:cNvPr>
          <p:cNvSpPr txBox="1"/>
          <p:nvPr/>
        </p:nvSpPr>
        <p:spPr>
          <a:xfrm>
            <a:off x="576526" y="6042029"/>
            <a:ext cx="392983"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000" b="1" dirty="0">
                <a:solidFill>
                  <a:srgbClr val="FF0000"/>
                </a:solidFill>
                <a:latin typeface="Calibri"/>
                <a:cs typeface="Calibri"/>
                <a:sym typeface="Calibri"/>
              </a:rPr>
              <a:t>17</a:t>
            </a:r>
            <a:endParaRPr dirty="0"/>
          </a:p>
        </p:txBody>
      </p:sp>
      <p:cxnSp>
        <p:nvCxnSpPr>
          <p:cNvPr id="192" name="Google Shape;192;p3">
            <a:extLst>
              <a:ext uri="{FF2B5EF4-FFF2-40B4-BE49-F238E27FC236}">
                <a16:creationId xmlns:a16="http://schemas.microsoft.com/office/drawing/2014/main" id="{2F4B253D-B1F3-D373-4DE0-74E7066E90D0}"/>
              </a:ext>
            </a:extLst>
          </p:cNvPr>
          <p:cNvCxnSpPr/>
          <p:nvPr/>
        </p:nvCxnSpPr>
        <p:spPr>
          <a:xfrm>
            <a:off x="1524750" y="1190705"/>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93" name="Google Shape;193;p3">
            <a:extLst>
              <a:ext uri="{FF2B5EF4-FFF2-40B4-BE49-F238E27FC236}">
                <a16:creationId xmlns:a16="http://schemas.microsoft.com/office/drawing/2014/main" id="{F6B929F6-C2A0-DDAF-5F06-DB899461B1BE}"/>
              </a:ext>
            </a:extLst>
          </p:cNvPr>
          <p:cNvSpPr txBox="1"/>
          <p:nvPr/>
        </p:nvSpPr>
        <p:spPr>
          <a:xfrm>
            <a:off x="1583474" y="548667"/>
            <a:ext cx="6139543"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b="1" dirty="0" err="1">
                <a:solidFill>
                  <a:schemeClr val="dk1"/>
                </a:solidFill>
              </a:rPr>
              <a:t>Results</a:t>
            </a:r>
            <a:r>
              <a:rPr lang="pl-PL" sz="2400" b="1" dirty="0">
                <a:solidFill>
                  <a:schemeClr val="dk1"/>
                </a:solidFill>
              </a:rPr>
              <a:t> </a:t>
            </a:r>
            <a:r>
              <a:rPr lang="pl-PL" sz="2400" b="1" dirty="0" err="1">
                <a:solidFill>
                  <a:schemeClr val="dk1"/>
                </a:solidFill>
              </a:rPr>
              <a:t>summary</a:t>
            </a:r>
            <a:endParaRPr dirty="0"/>
          </a:p>
        </p:txBody>
      </p:sp>
      <p:sp>
        <p:nvSpPr>
          <p:cNvPr id="6" name="Google Shape;210;p4">
            <a:extLst>
              <a:ext uri="{FF2B5EF4-FFF2-40B4-BE49-F238E27FC236}">
                <a16:creationId xmlns:a16="http://schemas.microsoft.com/office/drawing/2014/main" id="{507FA615-6BB1-7C02-B88E-E4069925994E}"/>
              </a:ext>
            </a:extLst>
          </p:cNvPr>
          <p:cNvSpPr txBox="1"/>
          <p:nvPr/>
        </p:nvSpPr>
        <p:spPr>
          <a:xfrm>
            <a:off x="1583474" y="1314363"/>
            <a:ext cx="6784670" cy="4662775"/>
          </a:xfrm>
          <a:prstGeom prst="rect">
            <a:avLst/>
          </a:prstGeom>
          <a:noFill/>
          <a:ln>
            <a:noFill/>
          </a:ln>
        </p:spPr>
        <p:txBody>
          <a:bodyPr spcFirstLastPara="1" wrap="square" lIns="91425" tIns="45700" rIns="91425" bIns="45700" anchor="t" anchorCtr="0">
            <a:spAutoFit/>
          </a:bodyPr>
          <a:lstStyle/>
          <a:p>
            <a:pPr marL="285750" indent="-28575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Best overall configuration is </a:t>
            </a:r>
            <a:r>
              <a:rPr lang="en-US" sz="1800" b="1" dirty="0">
                <a:latin typeface="Calibri" panose="020F0502020204030204" pitchFamily="34" charset="0"/>
                <a:cs typeface="Calibri" panose="020F0502020204030204" pitchFamily="34" charset="0"/>
              </a:rPr>
              <a:t>A2C </a:t>
            </a:r>
            <a:r>
              <a:rPr lang="en-US" sz="1800" dirty="0">
                <a:latin typeface="Calibri" panose="020F0502020204030204" pitchFamily="34" charset="0"/>
                <a:cs typeface="Calibri" panose="020F0502020204030204" pitchFamily="34" charset="0"/>
              </a:rPr>
              <a:t>with</a:t>
            </a:r>
            <a:r>
              <a:rPr lang="en-US" sz="1800" b="1" dirty="0">
                <a:latin typeface="Calibri" panose="020F0502020204030204" pitchFamily="34" charset="0"/>
                <a:cs typeface="Calibri" panose="020F0502020204030204" pitchFamily="34" charset="0"/>
              </a:rPr>
              <a:t> r0</a:t>
            </a:r>
            <a:r>
              <a:rPr lang="en-US" sz="1800" dirty="0">
                <a:latin typeface="Calibri" panose="020F0502020204030204" pitchFamily="34" charset="0"/>
                <a:cs typeface="Calibri" panose="020F0502020204030204" pitchFamily="34" charset="0"/>
              </a:rPr>
              <a:t>, which achieved </a:t>
            </a:r>
            <a:r>
              <a:rPr lang="en-US" sz="1800" b="1" dirty="0">
                <a:latin typeface="Calibri" panose="020F0502020204030204" pitchFamily="34" charset="0"/>
                <a:cs typeface="Calibri" panose="020F0502020204030204" pitchFamily="34" charset="0"/>
              </a:rPr>
              <a:t>−0.0476 ± 0.0080 </a:t>
            </a:r>
            <a:r>
              <a:rPr lang="en-US" sz="1800" dirty="0">
                <a:latin typeface="Calibri" panose="020F0502020204030204" pitchFamily="34" charset="0"/>
                <a:cs typeface="Calibri" panose="020F0502020204030204" pitchFamily="34" charset="0"/>
              </a:rPr>
              <a:t>mean return (n=3).</a:t>
            </a:r>
          </a:p>
          <a:p>
            <a:pPr marL="285750" indent="-285750">
              <a:lnSpc>
                <a:spcPct val="150000"/>
              </a:lnSpc>
              <a:buFont typeface="Arial" panose="020B0604020202020204" pitchFamily="34" charset="0"/>
              <a:buChar char="•"/>
            </a:pPr>
            <a:endParaRPr lang="en-US" sz="18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Best </a:t>
            </a:r>
            <a:r>
              <a:rPr lang="en-US" sz="1800" b="1" dirty="0" err="1">
                <a:latin typeface="Calibri" panose="020F0502020204030204" pitchFamily="34" charset="0"/>
                <a:cs typeface="Calibri" panose="020F0502020204030204" pitchFamily="34" charset="0"/>
              </a:rPr>
              <a:t>DoubleQ</a:t>
            </a:r>
            <a:r>
              <a:rPr lang="en-US" sz="1800" dirty="0">
                <a:latin typeface="Calibri" panose="020F0502020204030204" pitchFamily="34" charset="0"/>
                <a:cs typeface="Calibri" panose="020F0502020204030204" pitchFamily="34" charset="0"/>
              </a:rPr>
              <a:t> configuration is </a:t>
            </a:r>
            <a:r>
              <a:rPr lang="en-US" sz="1800" b="1" dirty="0">
                <a:latin typeface="Calibri" panose="020F0502020204030204" pitchFamily="34" charset="0"/>
                <a:cs typeface="Calibri" panose="020F0502020204030204" pitchFamily="34" charset="0"/>
              </a:rPr>
              <a:t>r1</a:t>
            </a:r>
            <a:r>
              <a:rPr lang="en-US" sz="1800" dirty="0">
                <a:latin typeface="Calibri" panose="020F0502020204030204" pitchFamily="34" charset="0"/>
                <a:cs typeface="Calibri" panose="020F0502020204030204" pitchFamily="34" charset="0"/>
              </a:rPr>
              <a:t>, with </a:t>
            </a:r>
            <a:r>
              <a:rPr lang="en-US" sz="1800" b="1" dirty="0">
                <a:latin typeface="Calibri" panose="020F0502020204030204" pitchFamily="34" charset="0"/>
                <a:cs typeface="Calibri" panose="020F0502020204030204" pitchFamily="34" charset="0"/>
              </a:rPr>
              <a:t>−0.0496 ± 0.0029 </a:t>
            </a:r>
            <a:r>
              <a:rPr lang="en-US" sz="1800" dirty="0">
                <a:latin typeface="Calibri" panose="020F0502020204030204" pitchFamily="34" charset="0"/>
                <a:cs typeface="Calibri" panose="020F0502020204030204" pitchFamily="34" charset="0"/>
              </a:rPr>
              <a:t>mean return (n=3).</a:t>
            </a:r>
          </a:p>
          <a:p>
            <a:pPr marL="285750" indent="-285750">
              <a:lnSpc>
                <a:spcPct val="150000"/>
              </a:lnSpc>
              <a:buFont typeface="Arial" panose="020B0604020202020204" pitchFamily="34" charset="0"/>
              <a:buChar char="•"/>
            </a:pPr>
            <a:endParaRPr lang="en-US" sz="18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The difference is small; A2C r0 has the highest average return.</a:t>
            </a:r>
          </a:p>
          <a:p>
            <a:pPr marL="285750" indent="-285750">
              <a:lnSpc>
                <a:spcPct val="150000"/>
              </a:lnSpc>
              <a:buFont typeface="Arial" panose="020B0604020202020204" pitchFamily="34" charset="0"/>
              <a:buChar char="•"/>
            </a:pPr>
            <a:endParaRPr lang="en-US" sz="18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Win rates are also close:  </a:t>
            </a:r>
          </a:p>
          <a:p>
            <a:pPr marL="633413" indent="-285750">
              <a:lnSpc>
                <a:spcPct val="150000"/>
              </a:lnSpc>
              <a:buFont typeface="Wingdings" pitchFamily="2" charset="2"/>
              <a:buChar char="§"/>
            </a:pPr>
            <a:r>
              <a:rPr lang="en-US" sz="1800" dirty="0">
                <a:latin typeface="Calibri" panose="020F0502020204030204" pitchFamily="34" charset="0"/>
                <a:cs typeface="Calibri" panose="020F0502020204030204" pitchFamily="34" charset="0"/>
              </a:rPr>
              <a:t>A2C r0 = 0.4280 ± 0.0056,  </a:t>
            </a:r>
          </a:p>
          <a:p>
            <a:pPr marL="633413" indent="-285750">
              <a:lnSpc>
                <a:spcPct val="150000"/>
              </a:lnSpc>
              <a:buFont typeface="Wingdings" pitchFamily="2" charset="2"/>
              <a:buChar char="§"/>
            </a:pPr>
            <a:r>
              <a:rPr lang="en-US" sz="1800" dirty="0" err="1">
                <a:latin typeface="Calibri" panose="020F0502020204030204" pitchFamily="34" charset="0"/>
                <a:cs typeface="Calibri" panose="020F0502020204030204" pitchFamily="34" charset="0"/>
              </a:rPr>
              <a:t>DoubleQ</a:t>
            </a:r>
            <a:r>
              <a:rPr lang="en-US" sz="1800" dirty="0">
                <a:latin typeface="Calibri" panose="020F0502020204030204" pitchFamily="34" charset="0"/>
                <a:cs typeface="Calibri" panose="020F0502020204030204" pitchFamily="34" charset="0"/>
              </a:rPr>
              <a:t> r1 = 0.4287 ± 0.0010.</a:t>
            </a:r>
          </a:p>
        </p:txBody>
      </p:sp>
    </p:spTree>
    <p:extLst>
      <p:ext uri="{BB962C8B-B14F-4D97-AF65-F5344CB8AC3E}">
        <p14:creationId xmlns:p14="http://schemas.microsoft.com/office/powerpoint/2010/main" val="11309572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1602ADA0-7959-768C-FED2-148BBB829D16}"/>
            </a:ext>
          </a:extLst>
        </p:cNvPr>
        <p:cNvGrpSpPr/>
        <p:nvPr/>
      </p:nvGrpSpPr>
      <p:grpSpPr>
        <a:xfrm>
          <a:off x="0" y="0"/>
          <a:ext cx="0" cy="0"/>
          <a:chOff x="0" y="0"/>
          <a:chExt cx="0" cy="0"/>
        </a:xfrm>
      </p:grpSpPr>
      <p:cxnSp>
        <p:nvCxnSpPr>
          <p:cNvPr id="185" name="Google Shape;185;p3">
            <a:extLst>
              <a:ext uri="{FF2B5EF4-FFF2-40B4-BE49-F238E27FC236}">
                <a16:creationId xmlns:a16="http://schemas.microsoft.com/office/drawing/2014/main" id="{E9C9B0DA-D204-66F7-D773-27F4A98029F0}"/>
              </a:ext>
            </a:extLst>
          </p:cNvPr>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86" name="Google Shape;186;p3">
            <a:extLst>
              <a:ext uri="{FF2B5EF4-FFF2-40B4-BE49-F238E27FC236}">
                <a16:creationId xmlns:a16="http://schemas.microsoft.com/office/drawing/2014/main" id="{4CB9D189-745F-D9E3-A748-608DE3A80F88}"/>
              </a:ext>
            </a:extLst>
          </p:cNvPr>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lvl="0" algn="r">
              <a:buSzPts val="1200"/>
            </a:pPr>
            <a:r>
              <a:rPr lang="pl-PL" sz="1200" dirty="0"/>
              <a:t>Piotr Radziszewski, Andrzej </a:t>
            </a:r>
            <a:r>
              <a:rPr lang="pl-PL" sz="1200" dirty="0" err="1"/>
              <a:t>Żernaczuk</a:t>
            </a:r>
            <a:endParaRPr lang="pl-PL" sz="1200" dirty="0"/>
          </a:p>
        </p:txBody>
      </p:sp>
      <p:cxnSp>
        <p:nvCxnSpPr>
          <p:cNvPr id="187" name="Google Shape;187;p3">
            <a:extLst>
              <a:ext uri="{FF2B5EF4-FFF2-40B4-BE49-F238E27FC236}">
                <a16:creationId xmlns:a16="http://schemas.microsoft.com/office/drawing/2014/main" id="{4E0964AC-B65D-31B2-7DE0-D2255107A3D2}"/>
              </a:ext>
            </a:extLst>
          </p:cNvPr>
          <p:cNvCxnSpPr/>
          <p:nvPr/>
        </p:nvCxnSpPr>
        <p:spPr>
          <a:xfrm>
            <a:off x="1080000" y="288001"/>
            <a:ext cx="0" cy="6300000"/>
          </a:xfrm>
          <a:prstGeom prst="straightConnector1">
            <a:avLst/>
          </a:prstGeom>
          <a:noFill/>
          <a:ln w="9525" cap="flat" cmpd="sng">
            <a:solidFill>
              <a:srgbClr val="C00000"/>
            </a:solidFill>
            <a:prstDash val="solid"/>
            <a:miter lim="800000"/>
            <a:headEnd type="none" w="sm" len="sm"/>
            <a:tailEnd type="none" w="sm" len="sm"/>
          </a:ln>
        </p:spPr>
      </p:cxnSp>
      <p:pic>
        <p:nvPicPr>
          <p:cNvPr id="188" name="Google Shape;188;p3">
            <a:extLst>
              <a:ext uri="{FF2B5EF4-FFF2-40B4-BE49-F238E27FC236}">
                <a16:creationId xmlns:a16="http://schemas.microsoft.com/office/drawing/2014/main" id="{6E78B958-1851-B3C0-567B-DD4AC7F0C6B9}"/>
              </a:ext>
            </a:extLst>
          </p:cNvPr>
          <p:cNvPicPr preferRelativeResize="0"/>
          <p:nvPr/>
        </p:nvPicPr>
        <p:blipFill rotWithShape="1">
          <a:blip r:embed="rId5">
            <a:alphaModFix/>
          </a:blip>
          <a:srcRect/>
          <a:stretch/>
        </p:blipFill>
        <p:spPr>
          <a:xfrm rot="-5400000">
            <a:off x="-1501574" y="1771573"/>
            <a:ext cx="4193631" cy="1190483"/>
          </a:xfrm>
          <a:prstGeom prst="rect">
            <a:avLst/>
          </a:prstGeom>
          <a:noFill/>
          <a:ln>
            <a:noFill/>
          </a:ln>
        </p:spPr>
      </p:pic>
      <p:sp>
        <p:nvSpPr>
          <p:cNvPr id="190" name="Google Shape;190;p3">
            <a:extLst>
              <a:ext uri="{FF2B5EF4-FFF2-40B4-BE49-F238E27FC236}">
                <a16:creationId xmlns:a16="http://schemas.microsoft.com/office/drawing/2014/main" id="{92879577-C82E-14FC-640F-AAEE3477D268}"/>
              </a:ext>
            </a:extLst>
          </p:cNvPr>
          <p:cNvSpPr/>
          <p:nvPr/>
        </p:nvSpPr>
        <p:spPr>
          <a:xfrm>
            <a:off x="360527" y="6085541"/>
            <a:ext cx="216000" cy="144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
            <a:extLst>
              <a:ext uri="{FF2B5EF4-FFF2-40B4-BE49-F238E27FC236}">
                <a16:creationId xmlns:a16="http://schemas.microsoft.com/office/drawing/2014/main" id="{4EA85726-E141-24BF-1AF9-33249B233945}"/>
              </a:ext>
            </a:extLst>
          </p:cNvPr>
          <p:cNvSpPr txBox="1"/>
          <p:nvPr/>
        </p:nvSpPr>
        <p:spPr>
          <a:xfrm>
            <a:off x="576527" y="6042029"/>
            <a:ext cx="392991"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000" b="1" dirty="0">
                <a:solidFill>
                  <a:srgbClr val="FF0000"/>
                </a:solidFill>
                <a:latin typeface="Calibri"/>
                <a:cs typeface="Calibri"/>
                <a:sym typeface="Calibri"/>
              </a:rPr>
              <a:t>18</a:t>
            </a:r>
            <a:endParaRPr dirty="0"/>
          </a:p>
        </p:txBody>
      </p:sp>
      <p:cxnSp>
        <p:nvCxnSpPr>
          <p:cNvPr id="192" name="Google Shape;192;p3">
            <a:extLst>
              <a:ext uri="{FF2B5EF4-FFF2-40B4-BE49-F238E27FC236}">
                <a16:creationId xmlns:a16="http://schemas.microsoft.com/office/drawing/2014/main" id="{12507B24-7308-382F-DD2D-45DB8C8F3E28}"/>
              </a:ext>
            </a:extLst>
          </p:cNvPr>
          <p:cNvCxnSpPr/>
          <p:nvPr/>
        </p:nvCxnSpPr>
        <p:spPr>
          <a:xfrm>
            <a:off x="1524750" y="1190705"/>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93" name="Google Shape;193;p3">
            <a:extLst>
              <a:ext uri="{FF2B5EF4-FFF2-40B4-BE49-F238E27FC236}">
                <a16:creationId xmlns:a16="http://schemas.microsoft.com/office/drawing/2014/main" id="{5709CBB5-777B-D7EE-E44D-05FFC1A396B6}"/>
              </a:ext>
            </a:extLst>
          </p:cNvPr>
          <p:cNvSpPr txBox="1"/>
          <p:nvPr/>
        </p:nvSpPr>
        <p:spPr>
          <a:xfrm>
            <a:off x="1583474" y="548667"/>
            <a:ext cx="6139543"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b="1" dirty="0">
                <a:solidFill>
                  <a:schemeClr val="dk1"/>
                </a:solidFill>
              </a:rPr>
              <a:t>Demo</a:t>
            </a:r>
            <a:endParaRPr dirty="0"/>
          </a:p>
        </p:txBody>
      </p:sp>
      <p:pic>
        <p:nvPicPr>
          <p:cNvPr id="4" name="Demo-RL">
            <a:hlinkClick r:id="" action="ppaction://media"/>
            <a:extLst>
              <a:ext uri="{FF2B5EF4-FFF2-40B4-BE49-F238E27FC236}">
                <a16:creationId xmlns:a16="http://schemas.microsoft.com/office/drawing/2014/main" id="{BB044D22-48FA-812D-CD6E-067D177FFBC2}"/>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2581495" y="1325878"/>
            <a:ext cx="5086510" cy="4478949"/>
          </a:xfrm>
          <a:prstGeom prst="rect">
            <a:avLst/>
          </a:prstGeom>
        </p:spPr>
      </p:pic>
    </p:spTree>
    <p:extLst>
      <p:ext uri="{BB962C8B-B14F-4D97-AF65-F5344CB8AC3E}">
        <p14:creationId xmlns:p14="http://schemas.microsoft.com/office/powerpoint/2010/main" val="1840077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5528"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36E8C3CC-9A30-5A9C-D2BE-F05214D42209}"/>
            </a:ext>
          </a:extLst>
        </p:cNvPr>
        <p:cNvGrpSpPr/>
        <p:nvPr/>
      </p:nvGrpSpPr>
      <p:grpSpPr>
        <a:xfrm>
          <a:off x="0" y="0"/>
          <a:ext cx="0" cy="0"/>
          <a:chOff x="0" y="0"/>
          <a:chExt cx="0" cy="0"/>
        </a:xfrm>
      </p:grpSpPr>
      <p:cxnSp>
        <p:nvCxnSpPr>
          <p:cNvPr id="185" name="Google Shape;185;p3">
            <a:extLst>
              <a:ext uri="{FF2B5EF4-FFF2-40B4-BE49-F238E27FC236}">
                <a16:creationId xmlns:a16="http://schemas.microsoft.com/office/drawing/2014/main" id="{EBF4588D-BB1E-9B94-21E6-331F97BD01B2}"/>
              </a:ext>
            </a:extLst>
          </p:cNvPr>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86" name="Google Shape;186;p3">
            <a:extLst>
              <a:ext uri="{FF2B5EF4-FFF2-40B4-BE49-F238E27FC236}">
                <a16:creationId xmlns:a16="http://schemas.microsoft.com/office/drawing/2014/main" id="{16C89E4C-A2F4-2CDA-E73D-879196B6FA00}"/>
              </a:ext>
            </a:extLst>
          </p:cNvPr>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lvl="0" algn="r">
              <a:buSzPts val="1200"/>
            </a:pPr>
            <a:r>
              <a:rPr lang="pl-PL" sz="1200" dirty="0"/>
              <a:t>Piotr Radziszewski, Andrzej </a:t>
            </a:r>
            <a:r>
              <a:rPr lang="pl-PL" sz="1200" dirty="0" err="1"/>
              <a:t>Żernaczuk</a:t>
            </a:r>
            <a:endParaRPr lang="pl-PL" sz="1200" dirty="0"/>
          </a:p>
        </p:txBody>
      </p:sp>
      <p:cxnSp>
        <p:nvCxnSpPr>
          <p:cNvPr id="187" name="Google Shape;187;p3">
            <a:extLst>
              <a:ext uri="{FF2B5EF4-FFF2-40B4-BE49-F238E27FC236}">
                <a16:creationId xmlns:a16="http://schemas.microsoft.com/office/drawing/2014/main" id="{661AEF2F-3FF7-D7DC-5E21-69267F48EB6B}"/>
              </a:ext>
            </a:extLst>
          </p:cNvPr>
          <p:cNvCxnSpPr/>
          <p:nvPr/>
        </p:nvCxnSpPr>
        <p:spPr>
          <a:xfrm>
            <a:off x="1080000" y="288001"/>
            <a:ext cx="0" cy="6300000"/>
          </a:xfrm>
          <a:prstGeom prst="straightConnector1">
            <a:avLst/>
          </a:prstGeom>
          <a:noFill/>
          <a:ln w="9525" cap="flat" cmpd="sng">
            <a:solidFill>
              <a:srgbClr val="C00000"/>
            </a:solidFill>
            <a:prstDash val="solid"/>
            <a:miter lim="800000"/>
            <a:headEnd type="none" w="sm" len="sm"/>
            <a:tailEnd type="none" w="sm" len="sm"/>
          </a:ln>
        </p:spPr>
      </p:cxnSp>
      <p:pic>
        <p:nvPicPr>
          <p:cNvPr id="188" name="Google Shape;188;p3">
            <a:extLst>
              <a:ext uri="{FF2B5EF4-FFF2-40B4-BE49-F238E27FC236}">
                <a16:creationId xmlns:a16="http://schemas.microsoft.com/office/drawing/2014/main" id="{154DA051-0696-1832-B885-01175CF655A8}"/>
              </a:ext>
            </a:extLst>
          </p:cNvPr>
          <p:cNvPicPr preferRelativeResize="0"/>
          <p:nvPr/>
        </p:nvPicPr>
        <p:blipFill rotWithShape="1">
          <a:blip r:embed="rId3">
            <a:alphaModFix/>
          </a:blip>
          <a:srcRect/>
          <a:stretch/>
        </p:blipFill>
        <p:spPr>
          <a:xfrm rot="-5400000">
            <a:off x="-1501574" y="1771573"/>
            <a:ext cx="4193631" cy="1190483"/>
          </a:xfrm>
          <a:prstGeom prst="rect">
            <a:avLst/>
          </a:prstGeom>
          <a:noFill/>
          <a:ln>
            <a:noFill/>
          </a:ln>
        </p:spPr>
      </p:pic>
      <p:sp>
        <p:nvSpPr>
          <p:cNvPr id="190" name="Google Shape;190;p3">
            <a:extLst>
              <a:ext uri="{FF2B5EF4-FFF2-40B4-BE49-F238E27FC236}">
                <a16:creationId xmlns:a16="http://schemas.microsoft.com/office/drawing/2014/main" id="{8C6EC9C3-C8F1-5615-5A86-C3A2E591F29D}"/>
              </a:ext>
            </a:extLst>
          </p:cNvPr>
          <p:cNvSpPr/>
          <p:nvPr/>
        </p:nvSpPr>
        <p:spPr>
          <a:xfrm>
            <a:off x="360527" y="6085541"/>
            <a:ext cx="216000" cy="144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
            <a:extLst>
              <a:ext uri="{FF2B5EF4-FFF2-40B4-BE49-F238E27FC236}">
                <a16:creationId xmlns:a16="http://schemas.microsoft.com/office/drawing/2014/main" id="{3B955F32-3D39-9FA0-98F1-3479C0FFA926}"/>
              </a:ext>
            </a:extLst>
          </p:cNvPr>
          <p:cNvSpPr txBox="1"/>
          <p:nvPr/>
        </p:nvSpPr>
        <p:spPr>
          <a:xfrm>
            <a:off x="576527" y="6042029"/>
            <a:ext cx="392991"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000" b="1" dirty="0">
                <a:solidFill>
                  <a:srgbClr val="FF0000"/>
                </a:solidFill>
                <a:latin typeface="Calibri"/>
                <a:cs typeface="Calibri"/>
                <a:sym typeface="Calibri"/>
              </a:rPr>
              <a:t>19</a:t>
            </a:r>
            <a:endParaRPr dirty="0"/>
          </a:p>
        </p:txBody>
      </p:sp>
      <p:cxnSp>
        <p:nvCxnSpPr>
          <p:cNvPr id="192" name="Google Shape;192;p3">
            <a:extLst>
              <a:ext uri="{FF2B5EF4-FFF2-40B4-BE49-F238E27FC236}">
                <a16:creationId xmlns:a16="http://schemas.microsoft.com/office/drawing/2014/main" id="{3448E4EE-A8F9-4BF1-9096-935FC6FECED3}"/>
              </a:ext>
            </a:extLst>
          </p:cNvPr>
          <p:cNvCxnSpPr/>
          <p:nvPr/>
        </p:nvCxnSpPr>
        <p:spPr>
          <a:xfrm>
            <a:off x="1524750" y="1190705"/>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93" name="Google Shape;193;p3">
            <a:extLst>
              <a:ext uri="{FF2B5EF4-FFF2-40B4-BE49-F238E27FC236}">
                <a16:creationId xmlns:a16="http://schemas.microsoft.com/office/drawing/2014/main" id="{21DB1B50-3188-158B-18D8-B0BFF85D99A3}"/>
              </a:ext>
            </a:extLst>
          </p:cNvPr>
          <p:cNvSpPr txBox="1"/>
          <p:nvPr/>
        </p:nvSpPr>
        <p:spPr>
          <a:xfrm>
            <a:off x="1583474" y="548667"/>
            <a:ext cx="6139543"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b="1" dirty="0">
                <a:solidFill>
                  <a:schemeClr val="dk1"/>
                </a:solidFill>
              </a:rPr>
              <a:t>Demo - </a:t>
            </a:r>
            <a:r>
              <a:rPr lang="pl-PL" sz="2400" b="1" dirty="0" err="1">
                <a:solidFill>
                  <a:schemeClr val="dk1"/>
                </a:solidFill>
              </a:rPr>
              <a:t>results</a:t>
            </a:r>
            <a:endParaRPr dirty="0"/>
          </a:p>
        </p:txBody>
      </p:sp>
      <p:graphicFrame>
        <p:nvGraphicFramePr>
          <p:cNvPr id="4" name="Table 3">
            <a:extLst>
              <a:ext uri="{FF2B5EF4-FFF2-40B4-BE49-F238E27FC236}">
                <a16:creationId xmlns:a16="http://schemas.microsoft.com/office/drawing/2014/main" id="{83608B99-6FAB-9129-A235-EF888100F1AC}"/>
              </a:ext>
            </a:extLst>
          </p:cNvPr>
          <p:cNvGraphicFramePr>
            <a:graphicFrameLocks noGrp="1"/>
          </p:cNvGraphicFramePr>
          <p:nvPr>
            <p:extLst>
              <p:ext uri="{D42A27DB-BD31-4B8C-83A1-F6EECF244321}">
                <p14:modId xmlns:p14="http://schemas.microsoft.com/office/powerpoint/2010/main" val="3114961773"/>
              </p:ext>
            </p:extLst>
          </p:nvPr>
        </p:nvGraphicFramePr>
        <p:xfrm>
          <a:off x="2328339" y="1408245"/>
          <a:ext cx="5592821" cy="4351340"/>
        </p:xfrm>
        <a:graphic>
          <a:graphicData uri="http://schemas.openxmlformats.org/drawingml/2006/table">
            <a:tbl>
              <a:tblPr>
                <a:tableStyleId>{3C2FFA5D-87B4-456A-9821-1D502468CF0F}</a:tableStyleId>
              </a:tblPr>
              <a:tblGrid>
                <a:gridCol w="580844">
                  <a:extLst>
                    <a:ext uri="{9D8B030D-6E8A-4147-A177-3AD203B41FA5}">
                      <a16:colId xmlns:a16="http://schemas.microsoft.com/office/drawing/2014/main" val="3738633606"/>
                    </a:ext>
                  </a:extLst>
                </a:gridCol>
                <a:gridCol w="809660">
                  <a:extLst>
                    <a:ext uri="{9D8B030D-6E8A-4147-A177-3AD203B41FA5}">
                      <a16:colId xmlns:a16="http://schemas.microsoft.com/office/drawing/2014/main" val="1608060405"/>
                    </a:ext>
                  </a:extLst>
                </a:gridCol>
                <a:gridCol w="673250">
                  <a:extLst>
                    <a:ext uri="{9D8B030D-6E8A-4147-A177-3AD203B41FA5}">
                      <a16:colId xmlns:a16="http://schemas.microsoft.com/office/drawing/2014/main" val="811283298"/>
                    </a:ext>
                  </a:extLst>
                </a:gridCol>
                <a:gridCol w="1148487">
                  <a:extLst>
                    <a:ext uri="{9D8B030D-6E8A-4147-A177-3AD203B41FA5}">
                      <a16:colId xmlns:a16="http://schemas.microsoft.com/office/drawing/2014/main" val="216621169"/>
                    </a:ext>
                  </a:extLst>
                </a:gridCol>
                <a:gridCol w="1148487">
                  <a:extLst>
                    <a:ext uri="{9D8B030D-6E8A-4147-A177-3AD203B41FA5}">
                      <a16:colId xmlns:a16="http://schemas.microsoft.com/office/drawing/2014/main" val="1358830678"/>
                    </a:ext>
                  </a:extLst>
                </a:gridCol>
                <a:gridCol w="1232093">
                  <a:extLst>
                    <a:ext uri="{9D8B030D-6E8A-4147-A177-3AD203B41FA5}">
                      <a16:colId xmlns:a16="http://schemas.microsoft.com/office/drawing/2014/main" val="2932102051"/>
                    </a:ext>
                  </a:extLst>
                </a:gridCol>
              </a:tblGrid>
              <a:tr h="217567">
                <a:tc>
                  <a:txBody>
                    <a:bodyPr/>
                    <a:lstStyle/>
                    <a:p>
                      <a:pPr algn="ctr" fontAlgn="b">
                        <a:buNone/>
                      </a:pPr>
                      <a:r>
                        <a:rPr lang="en-US" sz="1100" u="none" strike="noStrike">
                          <a:effectLst/>
                        </a:rPr>
                        <a:t>Ep 1</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RESULT:</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LOSS</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ep=-1.00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bank=-1.00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W/D/L=0/0/1</a:t>
                      </a:r>
                      <a:endParaRPr lang="en-US" sz="1100" b="0" i="0" u="none" strike="noStrike">
                        <a:solidFill>
                          <a:srgbClr val="000000"/>
                        </a:solidFill>
                        <a:effectLst/>
                        <a:latin typeface="Aptos Narrow" panose="020B0004020202020204" pitchFamily="34" charset="0"/>
                      </a:endParaRPr>
                    </a:p>
                  </a:txBody>
                  <a:tcPr marL="9065" marR="9065" marT="9065" marB="0" anchor="ctr"/>
                </a:tc>
                <a:extLst>
                  <a:ext uri="{0D108BD9-81ED-4DB2-BD59-A6C34878D82A}">
                    <a16:rowId xmlns:a16="http://schemas.microsoft.com/office/drawing/2014/main" val="3276354410"/>
                  </a:ext>
                </a:extLst>
              </a:tr>
              <a:tr h="217567">
                <a:tc>
                  <a:txBody>
                    <a:bodyPr/>
                    <a:lstStyle/>
                    <a:p>
                      <a:pPr algn="ctr" fontAlgn="b">
                        <a:buNone/>
                      </a:pPr>
                      <a:r>
                        <a:rPr lang="en-US" sz="1100" u="none" strike="noStrike">
                          <a:effectLst/>
                        </a:rPr>
                        <a:t>Ep 2</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RESULT:</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WIN</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ep=+1.00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bank=+0.00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W/D/L=1/0/1</a:t>
                      </a:r>
                      <a:endParaRPr lang="en-US" sz="1100" b="0" i="0" u="none" strike="noStrike">
                        <a:solidFill>
                          <a:srgbClr val="000000"/>
                        </a:solidFill>
                        <a:effectLst/>
                        <a:latin typeface="Aptos Narrow" panose="020B0004020202020204" pitchFamily="34" charset="0"/>
                      </a:endParaRPr>
                    </a:p>
                  </a:txBody>
                  <a:tcPr marL="9065" marR="9065" marT="9065" marB="0" anchor="ctr"/>
                </a:tc>
                <a:extLst>
                  <a:ext uri="{0D108BD9-81ED-4DB2-BD59-A6C34878D82A}">
                    <a16:rowId xmlns:a16="http://schemas.microsoft.com/office/drawing/2014/main" val="555141885"/>
                  </a:ext>
                </a:extLst>
              </a:tr>
              <a:tr h="217567">
                <a:tc>
                  <a:txBody>
                    <a:bodyPr/>
                    <a:lstStyle/>
                    <a:p>
                      <a:pPr algn="ctr" fontAlgn="b">
                        <a:buNone/>
                      </a:pPr>
                      <a:r>
                        <a:rPr lang="en-US" sz="1100" u="none" strike="noStrike">
                          <a:effectLst/>
                        </a:rPr>
                        <a:t>Ep 3</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RESULT:</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WIN</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ep=+1.00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bank=+1.00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W/D/L=2/0/1</a:t>
                      </a:r>
                      <a:endParaRPr lang="en-US" sz="1100" b="0" i="0" u="none" strike="noStrike">
                        <a:solidFill>
                          <a:srgbClr val="000000"/>
                        </a:solidFill>
                        <a:effectLst/>
                        <a:latin typeface="Aptos Narrow" panose="020B0004020202020204" pitchFamily="34" charset="0"/>
                      </a:endParaRPr>
                    </a:p>
                  </a:txBody>
                  <a:tcPr marL="9065" marR="9065" marT="9065" marB="0" anchor="ctr"/>
                </a:tc>
                <a:extLst>
                  <a:ext uri="{0D108BD9-81ED-4DB2-BD59-A6C34878D82A}">
                    <a16:rowId xmlns:a16="http://schemas.microsoft.com/office/drawing/2014/main" val="2758708000"/>
                  </a:ext>
                </a:extLst>
              </a:tr>
              <a:tr h="217567">
                <a:tc>
                  <a:txBody>
                    <a:bodyPr/>
                    <a:lstStyle/>
                    <a:p>
                      <a:pPr algn="ctr" fontAlgn="b">
                        <a:buNone/>
                      </a:pPr>
                      <a:r>
                        <a:rPr lang="en-US" sz="1100" u="none" strike="noStrike">
                          <a:effectLst/>
                        </a:rPr>
                        <a:t>Ep 4</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RESULT:</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WIN</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ep=+1.00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bank=+2.00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W/D/L=3/0/1</a:t>
                      </a:r>
                      <a:endParaRPr lang="en-US" sz="1100" b="0" i="0" u="none" strike="noStrike">
                        <a:solidFill>
                          <a:srgbClr val="000000"/>
                        </a:solidFill>
                        <a:effectLst/>
                        <a:latin typeface="Aptos Narrow" panose="020B0004020202020204" pitchFamily="34" charset="0"/>
                      </a:endParaRPr>
                    </a:p>
                  </a:txBody>
                  <a:tcPr marL="9065" marR="9065" marT="9065" marB="0" anchor="ctr"/>
                </a:tc>
                <a:extLst>
                  <a:ext uri="{0D108BD9-81ED-4DB2-BD59-A6C34878D82A}">
                    <a16:rowId xmlns:a16="http://schemas.microsoft.com/office/drawing/2014/main" val="3777434224"/>
                  </a:ext>
                </a:extLst>
              </a:tr>
              <a:tr h="217567">
                <a:tc>
                  <a:txBody>
                    <a:bodyPr/>
                    <a:lstStyle/>
                    <a:p>
                      <a:pPr algn="ctr" fontAlgn="b">
                        <a:buNone/>
                      </a:pPr>
                      <a:r>
                        <a:rPr lang="en-US" sz="1100" u="none" strike="noStrike">
                          <a:effectLst/>
                        </a:rPr>
                        <a:t>Ep 5</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RESULT:</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WIN</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ep=+1.00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bank=+3.00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W/D/L=4/0/1</a:t>
                      </a:r>
                      <a:endParaRPr lang="en-US" sz="1100" b="0" i="0" u="none" strike="noStrike">
                        <a:solidFill>
                          <a:srgbClr val="000000"/>
                        </a:solidFill>
                        <a:effectLst/>
                        <a:latin typeface="Aptos Narrow" panose="020B0004020202020204" pitchFamily="34" charset="0"/>
                      </a:endParaRPr>
                    </a:p>
                  </a:txBody>
                  <a:tcPr marL="9065" marR="9065" marT="9065" marB="0" anchor="ctr"/>
                </a:tc>
                <a:extLst>
                  <a:ext uri="{0D108BD9-81ED-4DB2-BD59-A6C34878D82A}">
                    <a16:rowId xmlns:a16="http://schemas.microsoft.com/office/drawing/2014/main" val="161450354"/>
                  </a:ext>
                </a:extLst>
              </a:tr>
              <a:tr h="217567">
                <a:tc>
                  <a:txBody>
                    <a:bodyPr/>
                    <a:lstStyle/>
                    <a:p>
                      <a:pPr algn="ctr" fontAlgn="b">
                        <a:buNone/>
                      </a:pPr>
                      <a:r>
                        <a:rPr lang="en-US" sz="1100" u="none" strike="noStrike">
                          <a:effectLst/>
                        </a:rPr>
                        <a:t>Ep 6</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RESULT:</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LOSS</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ep=-1.00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bank=+2.00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W/D/L=4/0/2</a:t>
                      </a:r>
                      <a:endParaRPr lang="en-US" sz="1100" b="0" i="0" u="none" strike="noStrike">
                        <a:solidFill>
                          <a:srgbClr val="000000"/>
                        </a:solidFill>
                        <a:effectLst/>
                        <a:latin typeface="Aptos Narrow" panose="020B0004020202020204" pitchFamily="34" charset="0"/>
                      </a:endParaRPr>
                    </a:p>
                  </a:txBody>
                  <a:tcPr marL="9065" marR="9065" marT="9065" marB="0" anchor="ctr"/>
                </a:tc>
                <a:extLst>
                  <a:ext uri="{0D108BD9-81ED-4DB2-BD59-A6C34878D82A}">
                    <a16:rowId xmlns:a16="http://schemas.microsoft.com/office/drawing/2014/main" val="4260300237"/>
                  </a:ext>
                </a:extLst>
              </a:tr>
              <a:tr h="217567">
                <a:tc>
                  <a:txBody>
                    <a:bodyPr/>
                    <a:lstStyle/>
                    <a:p>
                      <a:pPr algn="ctr" fontAlgn="b">
                        <a:buNone/>
                      </a:pPr>
                      <a:r>
                        <a:rPr lang="en-US" sz="1100" u="none" strike="noStrike">
                          <a:effectLst/>
                        </a:rPr>
                        <a:t>Ep 7</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RESULT:</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WIN</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ep=+1.00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bank=+3.00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W/D/L=5/0/2</a:t>
                      </a:r>
                      <a:endParaRPr lang="en-US" sz="1100" b="0" i="0" u="none" strike="noStrike">
                        <a:solidFill>
                          <a:srgbClr val="000000"/>
                        </a:solidFill>
                        <a:effectLst/>
                        <a:latin typeface="Aptos Narrow" panose="020B0004020202020204" pitchFamily="34" charset="0"/>
                      </a:endParaRPr>
                    </a:p>
                  </a:txBody>
                  <a:tcPr marL="9065" marR="9065" marT="9065" marB="0" anchor="ctr"/>
                </a:tc>
                <a:extLst>
                  <a:ext uri="{0D108BD9-81ED-4DB2-BD59-A6C34878D82A}">
                    <a16:rowId xmlns:a16="http://schemas.microsoft.com/office/drawing/2014/main" val="3997704329"/>
                  </a:ext>
                </a:extLst>
              </a:tr>
              <a:tr h="217567">
                <a:tc>
                  <a:txBody>
                    <a:bodyPr/>
                    <a:lstStyle/>
                    <a:p>
                      <a:pPr algn="ctr" fontAlgn="b">
                        <a:buNone/>
                      </a:pPr>
                      <a:r>
                        <a:rPr lang="en-US" sz="1100" u="none" strike="noStrike">
                          <a:effectLst/>
                        </a:rPr>
                        <a:t>Ep 8</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RESULT:</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LOSS</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ep=-1.00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bank=+2.00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W/D/L=5/0/3</a:t>
                      </a:r>
                      <a:endParaRPr lang="en-US" sz="1100" b="0" i="0" u="none" strike="noStrike">
                        <a:solidFill>
                          <a:srgbClr val="000000"/>
                        </a:solidFill>
                        <a:effectLst/>
                        <a:latin typeface="Aptos Narrow" panose="020B0004020202020204" pitchFamily="34" charset="0"/>
                      </a:endParaRPr>
                    </a:p>
                  </a:txBody>
                  <a:tcPr marL="9065" marR="9065" marT="9065" marB="0" anchor="ctr"/>
                </a:tc>
                <a:extLst>
                  <a:ext uri="{0D108BD9-81ED-4DB2-BD59-A6C34878D82A}">
                    <a16:rowId xmlns:a16="http://schemas.microsoft.com/office/drawing/2014/main" val="197279204"/>
                  </a:ext>
                </a:extLst>
              </a:tr>
              <a:tr h="217567">
                <a:tc>
                  <a:txBody>
                    <a:bodyPr/>
                    <a:lstStyle/>
                    <a:p>
                      <a:pPr algn="ctr" fontAlgn="b">
                        <a:buNone/>
                      </a:pPr>
                      <a:r>
                        <a:rPr lang="en-US" sz="1100" u="none" strike="noStrike">
                          <a:effectLst/>
                        </a:rPr>
                        <a:t>Ep 9</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RESULT:</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LOSS</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ep=-1.00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bank=+1.00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W/D/L=5/0/4</a:t>
                      </a:r>
                      <a:endParaRPr lang="en-US" sz="1100" b="0" i="0" u="none" strike="noStrike">
                        <a:solidFill>
                          <a:srgbClr val="000000"/>
                        </a:solidFill>
                        <a:effectLst/>
                        <a:latin typeface="Aptos Narrow" panose="020B0004020202020204" pitchFamily="34" charset="0"/>
                      </a:endParaRPr>
                    </a:p>
                  </a:txBody>
                  <a:tcPr marL="9065" marR="9065" marT="9065" marB="0" anchor="ctr"/>
                </a:tc>
                <a:extLst>
                  <a:ext uri="{0D108BD9-81ED-4DB2-BD59-A6C34878D82A}">
                    <a16:rowId xmlns:a16="http://schemas.microsoft.com/office/drawing/2014/main" val="1310496762"/>
                  </a:ext>
                </a:extLst>
              </a:tr>
              <a:tr h="217567">
                <a:tc>
                  <a:txBody>
                    <a:bodyPr/>
                    <a:lstStyle/>
                    <a:p>
                      <a:pPr algn="ctr" fontAlgn="b">
                        <a:buNone/>
                      </a:pPr>
                      <a:r>
                        <a:rPr lang="en-US" sz="1100" u="none" strike="noStrike">
                          <a:effectLst/>
                        </a:rPr>
                        <a:t>Ep 10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RESULT:</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LOSS</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ep=-1.00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bank=+0.00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W/D/L=5/0/5</a:t>
                      </a:r>
                      <a:endParaRPr lang="en-US" sz="1100" b="0" i="0" u="none" strike="noStrike">
                        <a:solidFill>
                          <a:srgbClr val="000000"/>
                        </a:solidFill>
                        <a:effectLst/>
                        <a:latin typeface="Aptos Narrow" panose="020B0004020202020204" pitchFamily="34" charset="0"/>
                      </a:endParaRPr>
                    </a:p>
                  </a:txBody>
                  <a:tcPr marL="9065" marR="9065" marT="9065" marB="0" anchor="ctr"/>
                </a:tc>
                <a:extLst>
                  <a:ext uri="{0D108BD9-81ED-4DB2-BD59-A6C34878D82A}">
                    <a16:rowId xmlns:a16="http://schemas.microsoft.com/office/drawing/2014/main" val="3349236455"/>
                  </a:ext>
                </a:extLst>
              </a:tr>
              <a:tr h="217567">
                <a:tc>
                  <a:txBody>
                    <a:bodyPr/>
                    <a:lstStyle/>
                    <a:p>
                      <a:pPr algn="ctr" fontAlgn="b">
                        <a:buNone/>
                      </a:pPr>
                      <a:r>
                        <a:rPr lang="en-US" sz="1100" u="none" strike="noStrike">
                          <a:effectLst/>
                        </a:rPr>
                        <a:t>Ep 11</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RESULT:</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WIN</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ep=+1.00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bank=+1.00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W/D/L=6/0/5</a:t>
                      </a:r>
                      <a:endParaRPr lang="en-US" sz="1100" b="0" i="0" u="none" strike="noStrike">
                        <a:solidFill>
                          <a:srgbClr val="000000"/>
                        </a:solidFill>
                        <a:effectLst/>
                        <a:latin typeface="Aptos Narrow" panose="020B0004020202020204" pitchFamily="34" charset="0"/>
                      </a:endParaRPr>
                    </a:p>
                  </a:txBody>
                  <a:tcPr marL="9065" marR="9065" marT="9065" marB="0" anchor="ctr"/>
                </a:tc>
                <a:extLst>
                  <a:ext uri="{0D108BD9-81ED-4DB2-BD59-A6C34878D82A}">
                    <a16:rowId xmlns:a16="http://schemas.microsoft.com/office/drawing/2014/main" val="91643781"/>
                  </a:ext>
                </a:extLst>
              </a:tr>
              <a:tr h="217567">
                <a:tc>
                  <a:txBody>
                    <a:bodyPr/>
                    <a:lstStyle/>
                    <a:p>
                      <a:pPr algn="ctr" fontAlgn="b">
                        <a:buNone/>
                      </a:pPr>
                      <a:r>
                        <a:rPr lang="en-US" sz="1100" u="none" strike="noStrike">
                          <a:effectLst/>
                        </a:rPr>
                        <a:t>Ep 12</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RESULT:</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DRAW</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ep=+0.00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bank=+1.00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W/D/L=6/1/5</a:t>
                      </a:r>
                      <a:endParaRPr lang="en-US" sz="1100" b="0" i="0" u="none" strike="noStrike">
                        <a:solidFill>
                          <a:srgbClr val="000000"/>
                        </a:solidFill>
                        <a:effectLst/>
                        <a:latin typeface="Aptos Narrow" panose="020B0004020202020204" pitchFamily="34" charset="0"/>
                      </a:endParaRPr>
                    </a:p>
                  </a:txBody>
                  <a:tcPr marL="9065" marR="9065" marT="9065" marB="0" anchor="ctr"/>
                </a:tc>
                <a:extLst>
                  <a:ext uri="{0D108BD9-81ED-4DB2-BD59-A6C34878D82A}">
                    <a16:rowId xmlns:a16="http://schemas.microsoft.com/office/drawing/2014/main" val="1373768137"/>
                  </a:ext>
                </a:extLst>
              </a:tr>
              <a:tr h="217567">
                <a:tc>
                  <a:txBody>
                    <a:bodyPr/>
                    <a:lstStyle/>
                    <a:p>
                      <a:pPr algn="ctr" fontAlgn="b">
                        <a:buNone/>
                      </a:pPr>
                      <a:r>
                        <a:rPr lang="en-US" sz="1100" u="none" strike="noStrike">
                          <a:effectLst/>
                        </a:rPr>
                        <a:t>Ep 13</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RESULT:</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LOSS</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ep=-1.00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bank=+0.00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W/D/L=6/1/6</a:t>
                      </a:r>
                      <a:endParaRPr lang="en-US" sz="1100" b="0" i="0" u="none" strike="noStrike">
                        <a:solidFill>
                          <a:srgbClr val="000000"/>
                        </a:solidFill>
                        <a:effectLst/>
                        <a:latin typeface="Aptos Narrow" panose="020B0004020202020204" pitchFamily="34" charset="0"/>
                      </a:endParaRPr>
                    </a:p>
                  </a:txBody>
                  <a:tcPr marL="9065" marR="9065" marT="9065" marB="0" anchor="ctr"/>
                </a:tc>
                <a:extLst>
                  <a:ext uri="{0D108BD9-81ED-4DB2-BD59-A6C34878D82A}">
                    <a16:rowId xmlns:a16="http://schemas.microsoft.com/office/drawing/2014/main" val="893817983"/>
                  </a:ext>
                </a:extLst>
              </a:tr>
              <a:tr h="217567">
                <a:tc>
                  <a:txBody>
                    <a:bodyPr/>
                    <a:lstStyle/>
                    <a:p>
                      <a:pPr algn="ctr" fontAlgn="b">
                        <a:buNone/>
                      </a:pPr>
                      <a:r>
                        <a:rPr lang="en-US" sz="1100" u="none" strike="noStrike">
                          <a:effectLst/>
                        </a:rPr>
                        <a:t>Ep 14</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RESULT:</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WIN</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ep=+1.00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bank=+1.00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W/D/L=7/1/6</a:t>
                      </a:r>
                      <a:endParaRPr lang="en-US" sz="1100" b="0" i="0" u="none" strike="noStrike">
                        <a:solidFill>
                          <a:srgbClr val="000000"/>
                        </a:solidFill>
                        <a:effectLst/>
                        <a:latin typeface="Aptos Narrow" panose="020B0004020202020204" pitchFamily="34" charset="0"/>
                      </a:endParaRPr>
                    </a:p>
                  </a:txBody>
                  <a:tcPr marL="9065" marR="9065" marT="9065" marB="0" anchor="ctr"/>
                </a:tc>
                <a:extLst>
                  <a:ext uri="{0D108BD9-81ED-4DB2-BD59-A6C34878D82A}">
                    <a16:rowId xmlns:a16="http://schemas.microsoft.com/office/drawing/2014/main" val="3355053878"/>
                  </a:ext>
                </a:extLst>
              </a:tr>
              <a:tr h="217567">
                <a:tc>
                  <a:txBody>
                    <a:bodyPr/>
                    <a:lstStyle/>
                    <a:p>
                      <a:pPr algn="ctr" fontAlgn="b">
                        <a:buNone/>
                      </a:pPr>
                      <a:r>
                        <a:rPr lang="en-US" sz="1100" u="none" strike="noStrike">
                          <a:effectLst/>
                        </a:rPr>
                        <a:t>Ep 15</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RESULT:</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WIN</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ep=+1.00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bank=+2.00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W/D/L=8/1/6</a:t>
                      </a:r>
                      <a:endParaRPr lang="en-US" sz="1100" b="0" i="0" u="none" strike="noStrike">
                        <a:solidFill>
                          <a:srgbClr val="000000"/>
                        </a:solidFill>
                        <a:effectLst/>
                        <a:latin typeface="Aptos Narrow" panose="020B0004020202020204" pitchFamily="34" charset="0"/>
                      </a:endParaRPr>
                    </a:p>
                  </a:txBody>
                  <a:tcPr marL="9065" marR="9065" marT="9065" marB="0" anchor="ctr"/>
                </a:tc>
                <a:extLst>
                  <a:ext uri="{0D108BD9-81ED-4DB2-BD59-A6C34878D82A}">
                    <a16:rowId xmlns:a16="http://schemas.microsoft.com/office/drawing/2014/main" val="2769249193"/>
                  </a:ext>
                </a:extLst>
              </a:tr>
              <a:tr h="217567">
                <a:tc>
                  <a:txBody>
                    <a:bodyPr/>
                    <a:lstStyle/>
                    <a:p>
                      <a:pPr algn="ctr" fontAlgn="b">
                        <a:buNone/>
                      </a:pPr>
                      <a:r>
                        <a:rPr lang="en-US" sz="1100" u="none" strike="noStrike">
                          <a:effectLst/>
                        </a:rPr>
                        <a:t>Ep 16</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RESULT:</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LOSS</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ep=-1.00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bank=+1.00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W/D/L=8/1/7</a:t>
                      </a:r>
                      <a:endParaRPr lang="en-US" sz="1100" b="0" i="0" u="none" strike="noStrike">
                        <a:solidFill>
                          <a:srgbClr val="000000"/>
                        </a:solidFill>
                        <a:effectLst/>
                        <a:latin typeface="Aptos Narrow" panose="020B0004020202020204" pitchFamily="34" charset="0"/>
                      </a:endParaRPr>
                    </a:p>
                  </a:txBody>
                  <a:tcPr marL="9065" marR="9065" marT="9065" marB="0" anchor="ctr"/>
                </a:tc>
                <a:extLst>
                  <a:ext uri="{0D108BD9-81ED-4DB2-BD59-A6C34878D82A}">
                    <a16:rowId xmlns:a16="http://schemas.microsoft.com/office/drawing/2014/main" val="2151738510"/>
                  </a:ext>
                </a:extLst>
              </a:tr>
              <a:tr h="217567">
                <a:tc>
                  <a:txBody>
                    <a:bodyPr/>
                    <a:lstStyle/>
                    <a:p>
                      <a:pPr algn="ctr" fontAlgn="b">
                        <a:buNone/>
                      </a:pPr>
                      <a:r>
                        <a:rPr lang="en-US" sz="1100" u="none" strike="noStrike">
                          <a:effectLst/>
                        </a:rPr>
                        <a:t>Ep 17</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RESULT:</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WIN</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ep=+1.00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bank=+2.00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W/D/L=9/1/7</a:t>
                      </a:r>
                      <a:endParaRPr lang="en-US" sz="1100" b="0" i="0" u="none" strike="noStrike">
                        <a:solidFill>
                          <a:srgbClr val="000000"/>
                        </a:solidFill>
                        <a:effectLst/>
                        <a:latin typeface="Aptos Narrow" panose="020B0004020202020204" pitchFamily="34" charset="0"/>
                      </a:endParaRPr>
                    </a:p>
                  </a:txBody>
                  <a:tcPr marL="9065" marR="9065" marT="9065" marB="0" anchor="ctr"/>
                </a:tc>
                <a:extLst>
                  <a:ext uri="{0D108BD9-81ED-4DB2-BD59-A6C34878D82A}">
                    <a16:rowId xmlns:a16="http://schemas.microsoft.com/office/drawing/2014/main" val="267311778"/>
                  </a:ext>
                </a:extLst>
              </a:tr>
              <a:tr h="217567">
                <a:tc>
                  <a:txBody>
                    <a:bodyPr/>
                    <a:lstStyle/>
                    <a:p>
                      <a:pPr algn="ctr" fontAlgn="b">
                        <a:buNone/>
                      </a:pPr>
                      <a:r>
                        <a:rPr lang="en-US" sz="1100" u="none" strike="noStrike">
                          <a:effectLst/>
                        </a:rPr>
                        <a:t>Ep 18</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RESULT:</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LOSS</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ep=-1.00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bank=+1.00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W/D/L=9/1/8</a:t>
                      </a:r>
                      <a:endParaRPr lang="en-US" sz="1100" b="0" i="0" u="none" strike="noStrike">
                        <a:solidFill>
                          <a:srgbClr val="000000"/>
                        </a:solidFill>
                        <a:effectLst/>
                        <a:latin typeface="Aptos Narrow" panose="020B0004020202020204" pitchFamily="34" charset="0"/>
                      </a:endParaRPr>
                    </a:p>
                  </a:txBody>
                  <a:tcPr marL="9065" marR="9065" marT="9065" marB="0" anchor="ctr"/>
                </a:tc>
                <a:extLst>
                  <a:ext uri="{0D108BD9-81ED-4DB2-BD59-A6C34878D82A}">
                    <a16:rowId xmlns:a16="http://schemas.microsoft.com/office/drawing/2014/main" val="1484014673"/>
                  </a:ext>
                </a:extLst>
              </a:tr>
              <a:tr h="217567">
                <a:tc>
                  <a:txBody>
                    <a:bodyPr/>
                    <a:lstStyle/>
                    <a:p>
                      <a:pPr algn="ctr" fontAlgn="b">
                        <a:buNone/>
                      </a:pPr>
                      <a:r>
                        <a:rPr lang="en-US" sz="1100" u="none" strike="noStrike">
                          <a:effectLst/>
                        </a:rPr>
                        <a:t>Ep 19</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RESULT:</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LOSS</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ep=-1.00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bank=+0.00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W/D/L=9/1/9</a:t>
                      </a:r>
                      <a:endParaRPr lang="en-US" sz="1100" b="0" i="0" u="none" strike="noStrike">
                        <a:solidFill>
                          <a:srgbClr val="000000"/>
                        </a:solidFill>
                        <a:effectLst/>
                        <a:latin typeface="Aptos Narrow" panose="020B0004020202020204" pitchFamily="34" charset="0"/>
                      </a:endParaRPr>
                    </a:p>
                  </a:txBody>
                  <a:tcPr marL="9065" marR="9065" marT="9065" marB="0" anchor="ctr"/>
                </a:tc>
                <a:extLst>
                  <a:ext uri="{0D108BD9-81ED-4DB2-BD59-A6C34878D82A}">
                    <a16:rowId xmlns:a16="http://schemas.microsoft.com/office/drawing/2014/main" val="3219663332"/>
                  </a:ext>
                </a:extLst>
              </a:tr>
              <a:tr h="217567">
                <a:tc>
                  <a:txBody>
                    <a:bodyPr/>
                    <a:lstStyle/>
                    <a:p>
                      <a:pPr algn="ctr" fontAlgn="b">
                        <a:buNone/>
                      </a:pPr>
                      <a:r>
                        <a:rPr lang="en-US" sz="1100" u="none" strike="noStrike" dirty="0">
                          <a:effectLst/>
                        </a:rPr>
                        <a:t>Ep 20</a:t>
                      </a:r>
                      <a:endParaRPr lang="en-US" sz="1100" b="0" i="0" u="none" strike="noStrike" dirty="0">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RESULT:</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DRAW</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ep=+0.00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bank=+0.00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dirty="0">
                          <a:effectLst/>
                        </a:rPr>
                        <a:t>W/D/L=9/2/9</a:t>
                      </a:r>
                      <a:endParaRPr lang="en-US" sz="1100" b="0" i="0" u="none" strike="noStrike" dirty="0">
                        <a:solidFill>
                          <a:srgbClr val="000000"/>
                        </a:solidFill>
                        <a:effectLst/>
                        <a:latin typeface="Aptos Narrow" panose="020B0004020202020204" pitchFamily="34" charset="0"/>
                      </a:endParaRPr>
                    </a:p>
                  </a:txBody>
                  <a:tcPr marL="9065" marR="9065" marT="9065" marB="0" anchor="ctr"/>
                </a:tc>
                <a:extLst>
                  <a:ext uri="{0D108BD9-81ED-4DB2-BD59-A6C34878D82A}">
                    <a16:rowId xmlns:a16="http://schemas.microsoft.com/office/drawing/2014/main" val="3020284421"/>
                  </a:ext>
                </a:extLst>
              </a:tr>
            </a:tbl>
          </a:graphicData>
        </a:graphic>
      </p:graphicFrame>
    </p:spTree>
    <p:extLst>
      <p:ext uri="{BB962C8B-B14F-4D97-AF65-F5344CB8AC3E}">
        <p14:creationId xmlns:p14="http://schemas.microsoft.com/office/powerpoint/2010/main" val="16730451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AF69210C-BEC4-A9D6-8163-3774AE5E5F99}"/>
            </a:ext>
          </a:extLst>
        </p:cNvPr>
        <p:cNvGrpSpPr/>
        <p:nvPr/>
      </p:nvGrpSpPr>
      <p:grpSpPr>
        <a:xfrm>
          <a:off x="0" y="0"/>
          <a:ext cx="0" cy="0"/>
          <a:chOff x="0" y="0"/>
          <a:chExt cx="0" cy="0"/>
        </a:xfrm>
      </p:grpSpPr>
      <p:cxnSp>
        <p:nvCxnSpPr>
          <p:cNvPr id="185" name="Google Shape;185;p3">
            <a:extLst>
              <a:ext uri="{FF2B5EF4-FFF2-40B4-BE49-F238E27FC236}">
                <a16:creationId xmlns:a16="http://schemas.microsoft.com/office/drawing/2014/main" id="{C0A2895A-6BFC-AD29-B507-DDF98DDCE8C1}"/>
              </a:ext>
            </a:extLst>
          </p:cNvPr>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86" name="Google Shape;186;p3">
            <a:extLst>
              <a:ext uri="{FF2B5EF4-FFF2-40B4-BE49-F238E27FC236}">
                <a16:creationId xmlns:a16="http://schemas.microsoft.com/office/drawing/2014/main" id="{1B6090D9-DBC3-9D17-A73C-0009F684D021}"/>
              </a:ext>
            </a:extLst>
          </p:cNvPr>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lvl="0" algn="r">
              <a:buSzPts val="1200"/>
            </a:pPr>
            <a:r>
              <a:rPr lang="pl-PL" sz="1200" dirty="0"/>
              <a:t>Piotr Radziszewski, Andrzej </a:t>
            </a:r>
            <a:r>
              <a:rPr lang="pl-PL" sz="1200" dirty="0" err="1"/>
              <a:t>Żernaczuk</a:t>
            </a:r>
            <a:endParaRPr lang="pl-PL" sz="1200" dirty="0"/>
          </a:p>
        </p:txBody>
      </p:sp>
      <p:cxnSp>
        <p:nvCxnSpPr>
          <p:cNvPr id="187" name="Google Shape;187;p3">
            <a:extLst>
              <a:ext uri="{FF2B5EF4-FFF2-40B4-BE49-F238E27FC236}">
                <a16:creationId xmlns:a16="http://schemas.microsoft.com/office/drawing/2014/main" id="{C9430001-C20B-AD2D-F2C3-1485CAB087CF}"/>
              </a:ext>
            </a:extLst>
          </p:cNvPr>
          <p:cNvCxnSpPr/>
          <p:nvPr/>
        </p:nvCxnSpPr>
        <p:spPr>
          <a:xfrm>
            <a:off x="1080000" y="288001"/>
            <a:ext cx="0" cy="6300000"/>
          </a:xfrm>
          <a:prstGeom prst="straightConnector1">
            <a:avLst/>
          </a:prstGeom>
          <a:noFill/>
          <a:ln w="9525" cap="flat" cmpd="sng">
            <a:solidFill>
              <a:srgbClr val="C00000"/>
            </a:solidFill>
            <a:prstDash val="solid"/>
            <a:miter lim="800000"/>
            <a:headEnd type="none" w="sm" len="sm"/>
            <a:tailEnd type="none" w="sm" len="sm"/>
          </a:ln>
        </p:spPr>
      </p:cxnSp>
      <p:pic>
        <p:nvPicPr>
          <p:cNvPr id="188" name="Google Shape;188;p3">
            <a:extLst>
              <a:ext uri="{FF2B5EF4-FFF2-40B4-BE49-F238E27FC236}">
                <a16:creationId xmlns:a16="http://schemas.microsoft.com/office/drawing/2014/main" id="{52C81CED-1A27-A527-518F-2C51C1586E96}"/>
              </a:ext>
            </a:extLst>
          </p:cNvPr>
          <p:cNvPicPr preferRelativeResize="0"/>
          <p:nvPr/>
        </p:nvPicPr>
        <p:blipFill rotWithShape="1">
          <a:blip r:embed="rId3">
            <a:alphaModFix/>
          </a:blip>
          <a:srcRect/>
          <a:stretch/>
        </p:blipFill>
        <p:spPr>
          <a:xfrm rot="-5400000">
            <a:off x="-1501574" y="1771573"/>
            <a:ext cx="4193631" cy="1190483"/>
          </a:xfrm>
          <a:prstGeom prst="rect">
            <a:avLst/>
          </a:prstGeom>
          <a:noFill/>
          <a:ln>
            <a:noFill/>
          </a:ln>
        </p:spPr>
      </p:pic>
      <p:sp>
        <p:nvSpPr>
          <p:cNvPr id="190" name="Google Shape;190;p3">
            <a:extLst>
              <a:ext uri="{FF2B5EF4-FFF2-40B4-BE49-F238E27FC236}">
                <a16:creationId xmlns:a16="http://schemas.microsoft.com/office/drawing/2014/main" id="{D151528F-11A0-D889-74F7-737EE4172A5A}"/>
              </a:ext>
            </a:extLst>
          </p:cNvPr>
          <p:cNvSpPr/>
          <p:nvPr/>
        </p:nvSpPr>
        <p:spPr>
          <a:xfrm>
            <a:off x="360527" y="6085541"/>
            <a:ext cx="216000" cy="144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
            <a:extLst>
              <a:ext uri="{FF2B5EF4-FFF2-40B4-BE49-F238E27FC236}">
                <a16:creationId xmlns:a16="http://schemas.microsoft.com/office/drawing/2014/main" id="{788C6DDD-58C3-8D33-58CB-A50950095689}"/>
              </a:ext>
            </a:extLst>
          </p:cNvPr>
          <p:cNvSpPr txBox="1"/>
          <p:nvPr/>
        </p:nvSpPr>
        <p:spPr>
          <a:xfrm>
            <a:off x="576527" y="6042029"/>
            <a:ext cx="392991"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000" b="1" dirty="0">
                <a:solidFill>
                  <a:srgbClr val="FF0000"/>
                </a:solidFill>
                <a:latin typeface="Calibri"/>
                <a:cs typeface="Calibri"/>
                <a:sym typeface="Calibri"/>
              </a:rPr>
              <a:t>19</a:t>
            </a:r>
            <a:endParaRPr dirty="0"/>
          </a:p>
        </p:txBody>
      </p:sp>
      <p:cxnSp>
        <p:nvCxnSpPr>
          <p:cNvPr id="192" name="Google Shape;192;p3">
            <a:extLst>
              <a:ext uri="{FF2B5EF4-FFF2-40B4-BE49-F238E27FC236}">
                <a16:creationId xmlns:a16="http://schemas.microsoft.com/office/drawing/2014/main" id="{EBE3003E-450B-C667-D17D-35AF0067398F}"/>
              </a:ext>
            </a:extLst>
          </p:cNvPr>
          <p:cNvCxnSpPr/>
          <p:nvPr/>
        </p:nvCxnSpPr>
        <p:spPr>
          <a:xfrm>
            <a:off x="1524750" y="1190705"/>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93" name="Google Shape;193;p3">
            <a:extLst>
              <a:ext uri="{FF2B5EF4-FFF2-40B4-BE49-F238E27FC236}">
                <a16:creationId xmlns:a16="http://schemas.microsoft.com/office/drawing/2014/main" id="{2B2C08C7-4F3C-4375-1844-294896911A77}"/>
              </a:ext>
            </a:extLst>
          </p:cNvPr>
          <p:cNvSpPr txBox="1"/>
          <p:nvPr/>
        </p:nvSpPr>
        <p:spPr>
          <a:xfrm>
            <a:off x="1583474" y="548667"/>
            <a:ext cx="6139543"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b="1" dirty="0">
                <a:solidFill>
                  <a:schemeClr val="dk1"/>
                </a:solidFill>
              </a:rPr>
              <a:t>Taxi</a:t>
            </a:r>
            <a:endParaRPr dirty="0"/>
          </a:p>
        </p:txBody>
      </p:sp>
    </p:spTree>
    <p:extLst>
      <p:ext uri="{BB962C8B-B14F-4D97-AF65-F5344CB8AC3E}">
        <p14:creationId xmlns:p14="http://schemas.microsoft.com/office/powerpoint/2010/main" val="33763755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57F987AA-DF75-565B-BD72-8FEF0BC6775A}"/>
            </a:ext>
          </a:extLst>
        </p:cNvPr>
        <p:cNvGrpSpPr/>
        <p:nvPr/>
      </p:nvGrpSpPr>
      <p:grpSpPr>
        <a:xfrm>
          <a:off x="0" y="0"/>
          <a:ext cx="0" cy="0"/>
          <a:chOff x="0" y="0"/>
          <a:chExt cx="0" cy="0"/>
        </a:xfrm>
      </p:grpSpPr>
      <p:cxnSp>
        <p:nvCxnSpPr>
          <p:cNvPr id="185" name="Google Shape;185;p3">
            <a:extLst>
              <a:ext uri="{FF2B5EF4-FFF2-40B4-BE49-F238E27FC236}">
                <a16:creationId xmlns:a16="http://schemas.microsoft.com/office/drawing/2014/main" id="{617AEC14-785F-0775-30EE-AD6D9184AF1C}"/>
              </a:ext>
            </a:extLst>
          </p:cNvPr>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86" name="Google Shape;186;p3">
            <a:extLst>
              <a:ext uri="{FF2B5EF4-FFF2-40B4-BE49-F238E27FC236}">
                <a16:creationId xmlns:a16="http://schemas.microsoft.com/office/drawing/2014/main" id="{6A134F3E-85DA-882D-E56A-01CBBC8B9E2B}"/>
              </a:ext>
            </a:extLst>
          </p:cNvPr>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lvl="0" algn="r">
              <a:buSzPts val="1200"/>
            </a:pPr>
            <a:r>
              <a:rPr lang="pl-PL" sz="1200" dirty="0"/>
              <a:t>Piotr Radziszewski, Andrzej </a:t>
            </a:r>
            <a:r>
              <a:rPr lang="pl-PL" sz="1200" dirty="0" err="1"/>
              <a:t>Żernaczuk</a:t>
            </a:r>
            <a:endParaRPr lang="pl-PL" sz="1200" dirty="0"/>
          </a:p>
        </p:txBody>
      </p:sp>
      <p:cxnSp>
        <p:nvCxnSpPr>
          <p:cNvPr id="187" name="Google Shape;187;p3">
            <a:extLst>
              <a:ext uri="{FF2B5EF4-FFF2-40B4-BE49-F238E27FC236}">
                <a16:creationId xmlns:a16="http://schemas.microsoft.com/office/drawing/2014/main" id="{F91403B3-1DC1-2911-2984-B91384C1610A}"/>
              </a:ext>
            </a:extLst>
          </p:cNvPr>
          <p:cNvCxnSpPr/>
          <p:nvPr/>
        </p:nvCxnSpPr>
        <p:spPr>
          <a:xfrm>
            <a:off x="1080000" y="288001"/>
            <a:ext cx="0" cy="6300000"/>
          </a:xfrm>
          <a:prstGeom prst="straightConnector1">
            <a:avLst/>
          </a:prstGeom>
          <a:noFill/>
          <a:ln w="9525" cap="flat" cmpd="sng">
            <a:solidFill>
              <a:srgbClr val="C00000"/>
            </a:solidFill>
            <a:prstDash val="solid"/>
            <a:miter lim="800000"/>
            <a:headEnd type="none" w="sm" len="sm"/>
            <a:tailEnd type="none" w="sm" len="sm"/>
          </a:ln>
        </p:spPr>
      </p:cxnSp>
      <p:pic>
        <p:nvPicPr>
          <p:cNvPr id="188" name="Google Shape;188;p3">
            <a:extLst>
              <a:ext uri="{FF2B5EF4-FFF2-40B4-BE49-F238E27FC236}">
                <a16:creationId xmlns:a16="http://schemas.microsoft.com/office/drawing/2014/main" id="{B60DA708-FCF8-7C6B-58F3-086C5F505CE0}"/>
              </a:ext>
            </a:extLst>
          </p:cNvPr>
          <p:cNvPicPr preferRelativeResize="0"/>
          <p:nvPr/>
        </p:nvPicPr>
        <p:blipFill rotWithShape="1">
          <a:blip r:embed="rId3">
            <a:alphaModFix/>
          </a:blip>
          <a:srcRect/>
          <a:stretch/>
        </p:blipFill>
        <p:spPr>
          <a:xfrm rot="-5400000">
            <a:off x="-1501574" y="1771573"/>
            <a:ext cx="4193631" cy="1190483"/>
          </a:xfrm>
          <a:prstGeom prst="rect">
            <a:avLst/>
          </a:prstGeom>
          <a:noFill/>
          <a:ln>
            <a:noFill/>
          </a:ln>
        </p:spPr>
      </p:pic>
      <p:sp>
        <p:nvSpPr>
          <p:cNvPr id="190" name="Google Shape;190;p3">
            <a:extLst>
              <a:ext uri="{FF2B5EF4-FFF2-40B4-BE49-F238E27FC236}">
                <a16:creationId xmlns:a16="http://schemas.microsoft.com/office/drawing/2014/main" id="{6CCCB529-5B22-5142-E01E-896AD059A116}"/>
              </a:ext>
            </a:extLst>
          </p:cNvPr>
          <p:cNvSpPr/>
          <p:nvPr/>
        </p:nvSpPr>
        <p:spPr>
          <a:xfrm>
            <a:off x="360527" y="6085541"/>
            <a:ext cx="216000" cy="144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
            <a:extLst>
              <a:ext uri="{FF2B5EF4-FFF2-40B4-BE49-F238E27FC236}">
                <a16:creationId xmlns:a16="http://schemas.microsoft.com/office/drawing/2014/main" id="{17DE07EC-28B7-D86D-5DB9-CF1CFC20F0C3}"/>
              </a:ext>
            </a:extLst>
          </p:cNvPr>
          <p:cNvSpPr txBox="1"/>
          <p:nvPr/>
        </p:nvSpPr>
        <p:spPr>
          <a:xfrm>
            <a:off x="576527" y="6042029"/>
            <a:ext cx="392991"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000" b="1" dirty="0">
                <a:solidFill>
                  <a:srgbClr val="FF0000"/>
                </a:solidFill>
                <a:latin typeface="Calibri"/>
                <a:cs typeface="Calibri"/>
                <a:sym typeface="Calibri"/>
              </a:rPr>
              <a:t>20</a:t>
            </a:r>
            <a:endParaRPr dirty="0"/>
          </a:p>
        </p:txBody>
      </p:sp>
      <p:cxnSp>
        <p:nvCxnSpPr>
          <p:cNvPr id="192" name="Google Shape;192;p3">
            <a:extLst>
              <a:ext uri="{FF2B5EF4-FFF2-40B4-BE49-F238E27FC236}">
                <a16:creationId xmlns:a16="http://schemas.microsoft.com/office/drawing/2014/main" id="{64D6E8F3-EAF5-EF9E-39E1-AFF228FCF8CE}"/>
              </a:ext>
            </a:extLst>
          </p:cNvPr>
          <p:cNvCxnSpPr/>
          <p:nvPr/>
        </p:nvCxnSpPr>
        <p:spPr>
          <a:xfrm>
            <a:off x="1524750" y="1190705"/>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93" name="Google Shape;193;p3">
            <a:extLst>
              <a:ext uri="{FF2B5EF4-FFF2-40B4-BE49-F238E27FC236}">
                <a16:creationId xmlns:a16="http://schemas.microsoft.com/office/drawing/2014/main" id="{83902439-BF0D-5407-E497-9004A5BC85D5}"/>
              </a:ext>
            </a:extLst>
          </p:cNvPr>
          <p:cNvSpPr txBox="1"/>
          <p:nvPr/>
        </p:nvSpPr>
        <p:spPr>
          <a:xfrm>
            <a:off x="1583474" y="548667"/>
            <a:ext cx="6139543"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b="1" dirty="0">
                <a:solidFill>
                  <a:schemeClr val="dk1"/>
                </a:solidFill>
              </a:rPr>
              <a:t>Hardware setup</a:t>
            </a:r>
            <a:endParaRPr dirty="0"/>
          </a:p>
        </p:txBody>
      </p:sp>
    </p:spTree>
    <p:extLst>
      <p:ext uri="{BB962C8B-B14F-4D97-AF65-F5344CB8AC3E}">
        <p14:creationId xmlns:p14="http://schemas.microsoft.com/office/powerpoint/2010/main" val="1853208714"/>
      </p:ext>
    </p:extLst>
  </p:cSld>
  <p:clrMapOvr>
    <a:masterClrMapping/>
  </p:clrMapOvr>
</p:sld>
</file>

<file path=ppt/theme/theme1.xml><?xml version="1.0" encoding="utf-8"?>
<a:theme xmlns:a="http://schemas.openxmlformats.org/drawingml/2006/main" name="wne2">
  <a:themeElements>
    <a:clrScheme name="Pakiet 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otyw pakietu Office">
  <a:themeElements>
    <a:clrScheme name="Motyw pakietu 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3761</TotalTime>
  <Words>1535</Words>
  <Application>Microsoft Macintosh PowerPoint</Application>
  <PresentationFormat>On-screen Show (4:3)</PresentationFormat>
  <Paragraphs>275</Paragraphs>
  <Slides>21</Slides>
  <Notes>21</Notes>
  <HiddenSlides>0</HiddenSlides>
  <MMClips>1</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21</vt:i4>
      </vt:variant>
    </vt:vector>
  </HeadingPairs>
  <TitlesOfParts>
    <vt:vector size="27" baseType="lpstr">
      <vt:lpstr>Aptos Narrow</vt:lpstr>
      <vt:lpstr>Arial</vt:lpstr>
      <vt:lpstr>Calibri</vt:lpstr>
      <vt:lpstr>Wingdings</vt:lpstr>
      <vt:lpstr>wne2</vt:lpstr>
      <vt:lpstr>Motyw pakietu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Piotr R</dc:creator>
  <cp:lastModifiedBy>Piotr Radziszewski</cp:lastModifiedBy>
  <cp:revision>20</cp:revision>
  <dcterms:created xsi:type="dcterms:W3CDTF">2021-11-01T17:37:41Z</dcterms:created>
  <dcterms:modified xsi:type="dcterms:W3CDTF">2026-02-06T19:53:08Z</dcterms:modified>
</cp:coreProperties>
</file>